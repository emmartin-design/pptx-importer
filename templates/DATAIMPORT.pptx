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"/>
  </p:notesMasterIdLst>
  <p:handoutMasterIdLst>
    <p:handoutMasterId r:id="rId3"/>
  </p:handoutMasterIdLst>
  <p:sldSz cx="12192000" cy="6858000"/>
  <p:notesSz cx="7023100" cy="9309100"/>
  <p:custDataLst>
    <p:tags r:id="rId4"/>
  </p:custDataLst>
  <p:defaultTextStyle>
    <a:defPPr>
      <a:defRPr lang="en-US"/>
    </a:defPPr>
    <a:lvl1pPr marL="0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1pPr>
    <a:lvl2pPr marL="457159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2pPr>
    <a:lvl3pPr marL="914318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3pPr>
    <a:lvl4pPr marL="1371477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4pPr>
    <a:lvl5pPr marL="1828637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5pPr>
    <a:lvl6pPr marL="2285797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6pPr>
    <a:lvl7pPr marL="2742956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7pPr>
    <a:lvl8pPr marL="3200115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8pPr>
    <a:lvl9pPr marL="3657274" algn="l" defTabSz="914318" rtl="0" eaLnBrk="1" latinLnBrk="0" hangingPunct="1">
      <a:defRPr sz="17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are Toledo" initials="CT" lastIdx="5" clrIdx="0">
    <p:extLst>
      <p:ext uri="{19B8F6BF-5375-455C-9EA6-DF929625EA0E}">
        <p15:presenceInfo xmlns:p15="http://schemas.microsoft.com/office/powerpoint/2012/main" userId="S-1-5-21-20124052-3912570131-2598068524-2896" providerId="AD"/>
      </p:ext>
    </p:extLst>
  </p:cmAuthor>
  <p:cmAuthor id="2" name="Rose Frommelt" initials="RF" lastIdx="20" clrIdx="1">
    <p:extLst>
      <p:ext uri="{19B8F6BF-5375-455C-9EA6-DF929625EA0E}">
        <p15:presenceInfo xmlns:p15="http://schemas.microsoft.com/office/powerpoint/2012/main" userId="S::rfrommelt@technomic.com::77beafe6-f465-4f1c-9847-49b254f36c64" providerId="AD"/>
      </p:ext>
    </p:extLst>
  </p:cmAuthor>
  <p:cmAuthor id="3" name="Clare Toledo" initials="CT [2]" lastIdx="2" clrIdx="2">
    <p:extLst>
      <p:ext uri="{19B8F6BF-5375-455C-9EA6-DF929625EA0E}">
        <p15:presenceInfo xmlns:p15="http://schemas.microsoft.com/office/powerpoint/2012/main" userId="S::ctoledo@technomic.com::08d91a55-c1c3-489b-b887-59a1ceb8c2f8" providerId="AD"/>
      </p:ext>
    </p:extLst>
  </p:cmAuthor>
  <p:cmAuthor id="4" name="Elizabeth Hert" initials="EH" lastIdx="7" clrIdx="3">
    <p:extLst>
      <p:ext uri="{19B8F6BF-5375-455C-9EA6-DF929625EA0E}">
        <p15:presenceInfo xmlns:p15="http://schemas.microsoft.com/office/powerpoint/2012/main" userId="S::ehert@technomic.com::da19e994-14ff-4ffb-97ca-152325d5fe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2C7E1"/>
    <a:srgbClr val="269ECD"/>
    <a:srgbClr val="FC7FFC"/>
    <a:srgbClr val="E8E1DA"/>
    <a:srgbClr val="737373"/>
    <a:srgbClr val="ECE80F"/>
    <a:srgbClr val="E2DDDB"/>
    <a:srgbClr val="FF00FF"/>
    <a:srgbClr val="FF01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7" autoAdjust="0"/>
    <p:restoredTop sz="94007" autoAdjust="0"/>
  </p:normalViewPr>
  <p:slideViewPr>
    <p:cSldViewPr snapToGrid="0">
      <p:cViewPr varScale="1">
        <p:scale>
          <a:sx n="83" d="100"/>
          <a:sy n="83" d="100"/>
        </p:scale>
        <p:origin x="10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24" y="1026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handoutMaster" Target="handoutMasters/handoutMaster1.xml"/><Relationship Id="rId7" Type="http://schemas.openxmlformats.org/officeDocument/2006/relationships/viewProps" Target="view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0141D-9A38-5047-BDE7-EB6430C00520}" type="datetimeFigureOut">
              <a:rPr lang="en-US" smtClean="0"/>
              <a:t>1/6/2021</a:t>
            </a:fld>
            <a:endParaRPr 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3058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3" tIns="46466" rIns="92933" bIns="4646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2933" tIns="46466" rIns="92933" bIns="4646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5932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1pPr>
    <a:lvl2pPr marL="457159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2pPr>
    <a:lvl3pPr marL="914318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3pPr>
    <a:lvl4pPr marL="1371477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4pPr>
    <a:lvl5pPr marL="1828637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5pPr>
    <a:lvl6pPr marL="2285797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6pPr>
    <a:lvl7pPr marL="2742956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7pPr>
    <a:lvl8pPr marL="3200115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8pPr>
    <a:lvl9pPr marL="3657274" algn="l" defTabSz="914318" rtl="0" eaLnBrk="1" latinLnBrk="0" hangingPunct="1">
      <a:defRPr sz="1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_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hartDesign">
            <a:extLst>
              <a:ext uri="{FF2B5EF4-FFF2-40B4-BE49-F238E27FC236}">
                <a16:creationId xmlns:a16="http://schemas.microsoft.com/office/drawing/2014/main" id="{26ECBD9C-8420-4069-B65E-1E81756EB128}"/>
              </a:ext>
            </a:extLst>
          </p:cNvPr>
          <p:cNvGrpSpPr/>
          <p:nvPr userDrawn="1"/>
        </p:nvGrpSpPr>
        <p:grpSpPr>
          <a:xfrm>
            <a:off x="1471943" y="311776"/>
            <a:ext cx="11203312" cy="6546225"/>
            <a:chOff x="852617" y="-57324"/>
            <a:chExt cx="11834995" cy="69153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6FD1442-00D0-4BEA-92DF-87B11AB2F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879" y="-57324"/>
              <a:ext cx="9024733" cy="6907236"/>
            </a:xfrm>
            <a:custGeom>
              <a:avLst/>
              <a:gdLst>
                <a:gd name="T0" fmla="*/ 1503 w 2778"/>
                <a:gd name="T1" fmla="*/ 0 h 1821"/>
                <a:gd name="T2" fmla="*/ 543 w 2778"/>
                <a:gd name="T3" fmla="*/ 1129 h 1821"/>
                <a:gd name="T4" fmla="*/ 1321 w 2778"/>
                <a:gd name="T5" fmla="*/ 1821 h 1821"/>
                <a:gd name="T6" fmla="*/ 0 w 2778"/>
                <a:gd name="T7" fmla="*/ 1821 h 1821"/>
                <a:gd name="T8" fmla="*/ 0 w 2778"/>
                <a:gd name="T9" fmla="*/ 1821 h 1821"/>
                <a:gd name="T10" fmla="*/ 2778 w 2778"/>
                <a:gd name="T11" fmla="*/ 1821 h 1821"/>
                <a:gd name="T12" fmla="*/ 2778 w 2778"/>
                <a:gd name="T13" fmla="*/ 1821 h 1821"/>
                <a:gd name="T14" fmla="*/ 1503 w 2778"/>
                <a:gd name="T15" fmla="*/ 1821 h 1821"/>
                <a:gd name="T16" fmla="*/ 2187 w 2778"/>
                <a:gd name="T17" fmla="*/ 850 h 1821"/>
                <a:gd name="T18" fmla="*/ 1503 w 2778"/>
                <a:gd name="T19" fmla="*/ 0 h 1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78" h="1821">
                  <a:moveTo>
                    <a:pt x="1503" y="0"/>
                  </a:moveTo>
                  <a:cubicBezTo>
                    <a:pt x="974" y="0"/>
                    <a:pt x="752" y="614"/>
                    <a:pt x="543" y="1129"/>
                  </a:cubicBezTo>
                  <a:cubicBezTo>
                    <a:pt x="736" y="1441"/>
                    <a:pt x="918" y="1821"/>
                    <a:pt x="1321" y="1821"/>
                  </a:cubicBezTo>
                  <a:cubicBezTo>
                    <a:pt x="0" y="1821"/>
                    <a:pt x="0" y="1821"/>
                    <a:pt x="0" y="1821"/>
                  </a:cubicBezTo>
                  <a:cubicBezTo>
                    <a:pt x="0" y="1821"/>
                    <a:pt x="0" y="1821"/>
                    <a:pt x="0" y="1821"/>
                  </a:cubicBezTo>
                  <a:cubicBezTo>
                    <a:pt x="2778" y="1821"/>
                    <a:pt x="2778" y="1821"/>
                    <a:pt x="2778" y="1821"/>
                  </a:cubicBezTo>
                  <a:cubicBezTo>
                    <a:pt x="2778" y="1821"/>
                    <a:pt x="2778" y="1821"/>
                    <a:pt x="2778" y="1821"/>
                  </a:cubicBezTo>
                  <a:cubicBezTo>
                    <a:pt x="1503" y="1821"/>
                    <a:pt x="1503" y="1821"/>
                    <a:pt x="1503" y="1821"/>
                  </a:cubicBezTo>
                  <a:cubicBezTo>
                    <a:pt x="1814" y="1821"/>
                    <a:pt x="1955" y="1227"/>
                    <a:pt x="2187" y="850"/>
                  </a:cubicBezTo>
                  <a:cubicBezTo>
                    <a:pt x="2032" y="415"/>
                    <a:pt x="1851" y="0"/>
                    <a:pt x="1503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8DAE750-E687-4CD2-B43C-00010D617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617" y="2703414"/>
              <a:ext cx="4573610" cy="4154587"/>
            </a:xfrm>
            <a:custGeom>
              <a:avLst/>
              <a:gdLst>
                <a:gd name="T0" fmla="*/ 42 w 1408"/>
                <a:gd name="T1" fmla="*/ 1093 h 1095"/>
                <a:gd name="T2" fmla="*/ 0 w 1408"/>
                <a:gd name="T3" fmla="*/ 1093 h 1095"/>
                <a:gd name="T4" fmla="*/ 21 w 1408"/>
                <a:gd name="T5" fmla="*/ 1095 h 1095"/>
                <a:gd name="T6" fmla="*/ 42 w 1408"/>
                <a:gd name="T7" fmla="*/ 1093 h 1095"/>
                <a:gd name="T8" fmla="*/ 911 w 1408"/>
                <a:gd name="T9" fmla="*/ 0 h 1095"/>
                <a:gd name="T10" fmla="*/ 42 w 1408"/>
                <a:gd name="T11" fmla="*/ 1093 h 1095"/>
                <a:gd name="T12" fmla="*/ 865 w 1408"/>
                <a:gd name="T13" fmla="*/ 1093 h 1095"/>
                <a:gd name="T14" fmla="*/ 1408 w 1408"/>
                <a:gd name="T15" fmla="*/ 401 h 1095"/>
                <a:gd name="T16" fmla="*/ 911 w 1408"/>
                <a:gd name="T17" fmla="*/ 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8" h="1095">
                  <a:moveTo>
                    <a:pt x="42" y="1093"/>
                  </a:moveTo>
                  <a:cubicBezTo>
                    <a:pt x="0" y="1093"/>
                    <a:pt x="0" y="1093"/>
                    <a:pt x="0" y="1093"/>
                  </a:cubicBezTo>
                  <a:cubicBezTo>
                    <a:pt x="7" y="1094"/>
                    <a:pt x="14" y="1095"/>
                    <a:pt x="21" y="1095"/>
                  </a:cubicBezTo>
                  <a:cubicBezTo>
                    <a:pt x="28" y="1095"/>
                    <a:pt x="35" y="1094"/>
                    <a:pt x="42" y="1093"/>
                  </a:cubicBezTo>
                  <a:moveTo>
                    <a:pt x="911" y="0"/>
                  </a:moveTo>
                  <a:cubicBezTo>
                    <a:pt x="386" y="0"/>
                    <a:pt x="365" y="1051"/>
                    <a:pt x="42" y="1093"/>
                  </a:cubicBezTo>
                  <a:cubicBezTo>
                    <a:pt x="865" y="1093"/>
                    <a:pt x="865" y="1093"/>
                    <a:pt x="865" y="1093"/>
                  </a:cubicBezTo>
                  <a:cubicBezTo>
                    <a:pt x="1113" y="1093"/>
                    <a:pt x="1258" y="773"/>
                    <a:pt x="1408" y="401"/>
                  </a:cubicBezTo>
                  <a:cubicBezTo>
                    <a:pt x="1274" y="184"/>
                    <a:pt x="1135" y="0"/>
                    <a:pt x="911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D45BB6F-5549-45C3-8CA4-77A5BDB4F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879" y="4199327"/>
              <a:ext cx="4291660" cy="2650585"/>
            </a:xfrm>
            <a:custGeom>
              <a:avLst/>
              <a:gdLst>
                <a:gd name="T0" fmla="*/ 543 w 1321"/>
                <a:gd name="T1" fmla="*/ 0 h 692"/>
                <a:gd name="T2" fmla="*/ 0 w 1321"/>
                <a:gd name="T3" fmla="*/ 692 h 692"/>
                <a:gd name="T4" fmla="*/ 1321 w 1321"/>
                <a:gd name="T5" fmla="*/ 692 h 692"/>
                <a:gd name="T6" fmla="*/ 543 w 1321"/>
                <a:gd name="T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1" h="692">
                  <a:moveTo>
                    <a:pt x="543" y="0"/>
                  </a:moveTo>
                  <a:cubicBezTo>
                    <a:pt x="393" y="372"/>
                    <a:pt x="248" y="692"/>
                    <a:pt x="0" y="692"/>
                  </a:cubicBezTo>
                  <a:cubicBezTo>
                    <a:pt x="1321" y="692"/>
                    <a:pt x="1321" y="692"/>
                    <a:pt x="1321" y="692"/>
                  </a:cubicBezTo>
                  <a:cubicBezTo>
                    <a:pt x="918" y="692"/>
                    <a:pt x="736" y="312"/>
                    <a:pt x="543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9C88EB-6CAB-4C2C-942F-037E206D1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424" y="2013229"/>
              <a:ext cx="1422576" cy="4621000"/>
            </a:xfrm>
            <a:custGeom>
              <a:avLst/>
              <a:gdLst>
                <a:gd name="connsiteX0" fmla="*/ 1328161 w 1422576"/>
                <a:gd name="connsiteY0" fmla="*/ 0 h 4621000"/>
                <a:gd name="connsiteX1" fmla="*/ 1422576 w 1422576"/>
                <a:gd name="connsiteY1" fmla="*/ 11482 h 4621000"/>
                <a:gd name="connsiteX2" fmla="*/ 1422576 w 1422576"/>
                <a:gd name="connsiteY2" fmla="*/ 4608352 h 4621000"/>
                <a:gd name="connsiteX3" fmla="*/ 1409344 w 1422576"/>
                <a:gd name="connsiteY3" fmla="*/ 4621000 h 4621000"/>
                <a:gd name="connsiteX4" fmla="*/ 0 w 1422576"/>
                <a:gd name="connsiteY4" fmla="*/ 1153353 h 4621000"/>
                <a:gd name="connsiteX5" fmla="*/ 1328161 w 1422576"/>
                <a:gd name="connsiteY5" fmla="*/ 0 h 462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2576" h="4621000">
                  <a:moveTo>
                    <a:pt x="1328161" y="0"/>
                  </a:moveTo>
                  <a:lnTo>
                    <a:pt x="1422576" y="11482"/>
                  </a:lnTo>
                  <a:lnTo>
                    <a:pt x="1422576" y="4608352"/>
                  </a:lnTo>
                  <a:lnTo>
                    <a:pt x="1409344" y="4621000"/>
                  </a:lnTo>
                  <a:cubicBezTo>
                    <a:pt x="808587" y="4078469"/>
                    <a:pt x="438391" y="2587457"/>
                    <a:pt x="0" y="1153353"/>
                  </a:cubicBezTo>
                  <a:cubicBezTo>
                    <a:pt x="350712" y="485623"/>
                    <a:pt x="763124" y="0"/>
                    <a:pt x="1328161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2908924-A338-46E2-B9EF-F4D809CEF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6173" y="3167131"/>
              <a:ext cx="4141439" cy="3682781"/>
            </a:xfrm>
            <a:custGeom>
              <a:avLst/>
              <a:gdLst>
                <a:gd name="T0" fmla="*/ 684 w 1275"/>
                <a:gd name="T1" fmla="*/ 0 h 971"/>
                <a:gd name="T2" fmla="*/ 0 w 1275"/>
                <a:gd name="T3" fmla="*/ 971 h 971"/>
                <a:gd name="T4" fmla="*/ 1275 w 1275"/>
                <a:gd name="T5" fmla="*/ 971 h 971"/>
                <a:gd name="T6" fmla="*/ 1275 w 1275"/>
                <a:gd name="T7" fmla="*/ 971 h 971"/>
                <a:gd name="T8" fmla="*/ 956 w 1275"/>
                <a:gd name="T9" fmla="*/ 971 h 971"/>
                <a:gd name="T10" fmla="*/ 1118 w 1275"/>
                <a:gd name="T11" fmla="*/ 914 h 971"/>
                <a:gd name="T12" fmla="*/ 684 w 1275"/>
                <a:gd name="T13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5" h="971">
                  <a:moveTo>
                    <a:pt x="684" y="0"/>
                  </a:moveTo>
                  <a:cubicBezTo>
                    <a:pt x="452" y="377"/>
                    <a:pt x="311" y="971"/>
                    <a:pt x="0" y="971"/>
                  </a:cubicBezTo>
                  <a:cubicBezTo>
                    <a:pt x="1275" y="971"/>
                    <a:pt x="1275" y="971"/>
                    <a:pt x="1275" y="971"/>
                  </a:cubicBezTo>
                  <a:cubicBezTo>
                    <a:pt x="1275" y="971"/>
                    <a:pt x="1275" y="971"/>
                    <a:pt x="1275" y="971"/>
                  </a:cubicBezTo>
                  <a:cubicBezTo>
                    <a:pt x="1079" y="971"/>
                    <a:pt x="956" y="971"/>
                    <a:pt x="956" y="971"/>
                  </a:cubicBezTo>
                  <a:cubicBezTo>
                    <a:pt x="1015" y="971"/>
                    <a:pt x="1068" y="951"/>
                    <a:pt x="1118" y="914"/>
                  </a:cubicBezTo>
                  <a:cubicBezTo>
                    <a:pt x="933" y="771"/>
                    <a:pt x="819" y="378"/>
                    <a:pt x="684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4C869A3-6ABB-46A7-8E0E-7ABC96F82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254" y="6634229"/>
              <a:ext cx="539747" cy="215683"/>
            </a:xfrm>
            <a:custGeom>
              <a:avLst/>
              <a:gdLst>
                <a:gd name="connsiteX0" fmla="*/ 525794 w 539747"/>
                <a:gd name="connsiteY0" fmla="*/ 0 h 215683"/>
                <a:gd name="connsiteX1" fmla="*/ 539747 w 539747"/>
                <a:gd name="connsiteY1" fmla="*/ 11016 h 215683"/>
                <a:gd name="connsiteX2" fmla="*/ 539747 w 539747"/>
                <a:gd name="connsiteY2" fmla="*/ 215683 h 215683"/>
                <a:gd name="connsiteX3" fmla="*/ 428209 w 539747"/>
                <a:gd name="connsiteY3" fmla="*/ 215683 h 215683"/>
                <a:gd name="connsiteX4" fmla="*/ 0 w 539747"/>
                <a:gd name="connsiteY4" fmla="*/ 215683 h 215683"/>
                <a:gd name="connsiteX5" fmla="*/ 525794 w 539747"/>
                <a:gd name="connsiteY5" fmla="*/ 0 h 21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747" h="215683">
                  <a:moveTo>
                    <a:pt x="525794" y="0"/>
                  </a:moveTo>
                  <a:lnTo>
                    <a:pt x="539747" y="11016"/>
                  </a:lnTo>
                  <a:lnTo>
                    <a:pt x="539747" y="215683"/>
                  </a:lnTo>
                  <a:lnTo>
                    <a:pt x="428209" y="215683"/>
                  </a:lnTo>
                  <a:cubicBezTo>
                    <a:pt x="155943" y="215683"/>
                    <a:pt x="0" y="215683"/>
                    <a:pt x="0" y="215683"/>
                  </a:cubicBezTo>
                  <a:cubicBezTo>
                    <a:pt x="191493" y="215683"/>
                    <a:pt x="363512" y="140005"/>
                    <a:pt x="525794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B9E2A2-277F-4E99-9E71-57AF987E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2967"/>
            <a:ext cx="8343900" cy="1665514"/>
          </a:xfrm>
        </p:spPr>
        <p:txBody>
          <a:bodyPr anchor="ctr"/>
          <a:lstStyle>
            <a:lvl1pPr>
              <a:defRPr sz="6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10F781E-2F1E-4D26-B646-76E815D701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76929"/>
            <a:ext cx="8343900" cy="84943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09BA38D-5EC2-4E3A-BBC3-A942A98C1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577" y="428510"/>
            <a:ext cx="3006059" cy="8913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55C9461-D2D8-4BD3-8A42-AE19D1C8BF12}"/>
              </a:ext>
            </a:extLst>
          </p:cNvPr>
          <p:cNvSpPr/>
          <p:nvPr userDrawn="1"/>
        </p:nvSpPr>
        <p:spPr>
          <a:xfrm>
            <a:off x="466577" y="6032624"/>
            <a:ext cx="540082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b="0" i="0" dirty="0">
                <a:solidFill>
                  <a:schemeClr val="tx1"/>
                </a:solidFill>
                <a:effectLst/>
                <a:latin typeface="+mj-lt"/>
                <a:ea typeface="Georgia" charset="0"/>
                <a:cs typeface="Georgia" charset="0"/>
              </a:rPr>
              <a:t>This report is authorized for use solely by the parties noted in the written contract. No part of the publication </a:t>
            </a:r>
            <a:br>
              <a:rPr lang="en-US" sz="800" b="0" i="0" dirty="0">
                <a:solidFill>
                  <a:schemeClr val="tx1"/>
                </a:solidFill>
                <a:effectLst/>
                <a:latin typeface="+mj-lt"/>
                <a:ea typeface="Georgia" charset="0"/>
                <a:cs typeface="Georgia" charset="0"/>
              </a:rPr>
            </a:br>
            <a:r>
              <a:rPr lang="en-US" sz="800" b="0" i="0" dirty="0">
                <a:solidFill>
                  <a:schemeClr val="tx1"/>
                </a:solidFill>
                <a:effectLst/>
                <a:latin typeface="+mj-lt"/>
                <a:ea typeface="Georgia" charset="0"/>
                <a:cs typeface="Georgia" charset="0"/>
              </a:rPr>
              <a:t>may be reprinted, redistributed or put into an electronic or information retrieval system without the prior permission </a:t>
            </a:r>
            <a:br>
              <a:rPr lang="en-US" sz="800" b="0" i="0" dirty="0">
                <a:solidFill>
                  <a:schemeClr val="tx1"/>
                </a:solidFill>
                <a:effectLst/>
                <a:latin typeface="+mj-lt"/>
                <a:ea typeface="Georgia" charset="0"/>
                <a:cs typeface="Georgia" charset="0"/>
              </a:rPr>
            </a:br>
            <a:r>
              <a:rPr lang="en-US" sz="800" b="0" i="0" dirty="0">
                <a:solidFill>
                  <a:schemeClr val="tx1"/>
                </a:solidFill>
                <a:effectLst/>
                <a:latin typeface="+mj-lt"/>
                <a:ea typeface="Georgia" charset="0"/>
                <a:cs typeface="Georgia" charset="0"/>
              </a:rPr>
              <a:t>of Technomic, Inc.</a:t>
            </a:r>
            <a:endParaRPr lang="en-US" sz="800" dirty="0">
              <a:solidFill>
                <a:schemeClr val="tx1"/>
              </a:solidFill>
              <a:latin typeface="+mj-lt"/>
              <a:ea typeface="Georgia" charset="0"/>
              <a:cs typeface="Georgia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64561-9EEE-4206-ADE1-C02F56C33747}"/>
              </a:ext>
            </a:extLst>
          </p:cNvPr>
          <p:cNvSpPr txBox="1"/>
          <p:nvPr userDrawn="1"/>
        </p:nvSpPr>
        <p:spPr>
          <a:xfrm>
            <a:off x="9490861" y="4707919"/>
            <a:ext cx="2476500" cy="1380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ctr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sz="1000" kern="1200" spc="150" baseline="0" dirty="0">
                <a:solidFill>
                  <a:schemeClr val="tx1"/>
                </a:solidFill>
                <a:latin typeface="+mn-lt"/>
              </a:rPr>
              <a:t>PREPARED FOR</a:t>
            </a:r>
          </a:p>
        </p:txBody>
      </p:sp>
      <p:sp>
        <p:nvSpPr>
          <p:cNvPr id="7" name="DateProject">
            <a:extLst>
              <a:ext uri="{FF2B5EF4-FFF2-40B4-BE49-F238E27FC236}">
                <a16:creationId xmlns:a16="http://schemas.microsoft.com/office/drawing/2014/main" id="{44DE09D9-A0BF-43C3-B46F-0E06B8E6F4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90074" y="6032624"/>
            <a:ext cx="2476500" cy="227230"/>
          </a:xfrm>
          <a:prstGeom prst="rect">
            <a:avLst/>
          </a:prstGeom>
        </p:spPr>
        <p:txBody>
          <a:bodyPr/>
          <a:lstStyle>
            <a:lvl1pPr algn="ctr">
              <a:defRPr sz="800"/>
            </a:lvl1pPr>
            <a:lvl2pPr algn="ctr">
              <a:defRPr sz="800"/>
            </a:lvl2pPr>
            <a:lvl3pPr algn="ctr">
              <a:defRPr sz="800"/>
            </a:lvl3pPr>
            <a:lvl4pPr algn="ctr">
              <a:defRPr sz="800"/>
            </a:lvl4pPr>
            <a:lvl5pPr algn="ctr">
              <a:defRPr sz="800"/>
            </a:lvl5pPr>
          </a:lstStyle>
          <a:p>
            <a:pPr lvl="0"/>
            <a:r>
              <a:rPr lang="en-US" dirty="0"/>
              <a:t>DATE  |  PROJECT </a:t>
            </a:r>
          </a:p>
        </p:txBody>
      </p:sp>
      <p:sp>
        <p:nvSpPr>
          <p:cNvPr id="22" name="Contents">
            <a:extLst>
              <a:ext uri="{FF2B5EF4-FFF2-40B4-BE49-F238E27FC236}">
                <a16:creationId xmlns:a16="http://schemas.microsoft.com/office/drawing/2014/main" id="{6DD5B993-5BF8-4C8F-A204-8FA7FBB432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0075" y="428510"/>
            <a:ext cx="2476500" cy="4089515"/>
          </a:xfrm>
          <a:prstGeom prst="rect">
            <a:avLst/>
          </a:prstGeom>
        </p:spPr>
        <p:txBody>
          <a:bodyPr/>
          <a:lstStyle>
            <a:lvl1pPr>
              <a:defRPr sz="1000" cap="all" spc="150" baseline="0"/>
            </a:lvl1pPr>
            <a:lvl2pPr marL="0" indent="0">
              <a:spcBef>
                <a:spcPts val="600"/>
              </a:spcBef>
              <a:spcAft>
                <a:spcPts val="300"/>
              </a:spcAft>
              <a:buNone/>
              <a:defRPr sz="1100" b="1"/>
            </a:lvl2pPr>
            <a:lvl3pPr marL="0" indent="0">
              <a:spcAft>
                <a:spcPts val="300"/>
              </a:spcAft>
              <a:buNone/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536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Section Intro, Main Idea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 Idea">
            <a:extLst>
              <a:ext uri="{FF2B5EF4-FFF2-40B4-BE49-F238E27FC236}">
                <a16:creationId xmlns:a16="http://schemas.microsoft.com/office/drawing/2014/main" id="{23308B8E-E88D-4F46-BB59-A5209A6972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29395"/>
            <a:ext cx="8343900" cy="231466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sz="1400" b="1" cap="all" spc="15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D6EC0F8-1B95-4D14-A63C-4417B8D04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3" name="Contents">
            <a:extLst>
              <a:ext uri="{FF2B5EF4-FFF2-40B4-BE49-F238E27FC236}">
                <a16:creationId xmlns:a16="http://schemas.microsoft.com/office/drawing/2014/main" id="{68FEFE21-C87F-438E-9813-00B6F2CB11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0075" y="425324"/>
            <a:ext cx="2476500" cy="5975475"/>
          </a:xfrm>
          <a:prstGeom prst="rect">
            <a:avLst/>
          </a:prstGeom>
        </p:spPr>
        <p:txBody>
          <a:bodyPr/>
          <a:lstStyle>
            <a:lvl1pPr>
              <a:defRPr lang="en-US" sz="1000" kern="1200" cap="all" spc="150" baseline="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0" indent="0">
              <a:spcAft>
                <a:spcPts val="600"/>
              </a:spcAft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marL="0" lvl="0" indent="0" algn="l" defTabSz="906199" rtl="0" eaLnBrk="1" latinLnBrk="0" hangingPunct="1">
              <a:spcBef>
                <a:spcPts val="120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ED366A31-E300-4D72-A6B8-81D74CDE6CE2}"/>
              </a:ext>
            </a:extLst>
          </p:cNvPr>
          <p:cNvSpPr txBox="1">
            <a:spLocks/>
          </p:cNvSpPr>
          <p:nvPr userDrawn="1"/>
        </p:nvSpPr>
        <p:spPr>
          <a:xfrm>
            <a:off x="475306" y="6563146"/>
            <a:ext cx="3912000" cy="218657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6716">
              <a:spcBef>
                <a:spcPts val="0"/>
              </a:spcBef>
              <a:defRPr/>
            </a:pPr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cs typeface="Arial" panose="020B0604020202020204" pitchFamily="34" charset="0"/>
              </a:rPr>
              <a:t>© 2021 Technomic, Inc. </a:t>
            </a:r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1D38A5DD-2254-4EBE-B995-9BFAF2F86E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4049179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>
                <a:solidFill>
                  <a:schemeClr val="bg1"/>
                </a:solidFill>
              </a:defRPr>
            </a:lvl1pPr>
            <a:lvl2pPr marL="0" indent="0" algn="l">
              <a:spcAft>
                <a:spcPts val="600"/>
              </a:spcAft>
              <a:buNone/>
              <a:defRPr sz="1100" b="0">
                <a:solidFill>
                  <a:schemeClr val="bg1"/>
                </a:solidFill>
              </a:defRPr>
            </a:lvl2pPr>
            <a:lvl3pPr marL="173038" indent="-173038" algn="l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●"/>
              <a:defRPr sz="1100" b="0">
                <a:solidFill>
                  <a:schemeClr val="bg1"/>
                </a:solidFill>
              </a:defRPr>
            </a:lvl3pPr>
            <a:lvl4pPr marL="396875" indent="-223838" algn="l">
              <a:spcAft>
                <a:spcPts val="600"/>
              </a:spcAft>
              <a:defRPr sz="1100" b="0">
                <a:solidFill>
                  <a:schemeClr val="bg1"/>
                </a:solidFill>
              </a:defRPr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bg1"/>
                </a:solidFill>
              </a:defRPr>
            </a:lvl5pPr>
            <a:lvl6pPr marL="0" indent="0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4" name="BodyCopy 2">
            <a:extLst>
              <a:ext uri="{FF2B5EF4-FFF2-40B4-BE49-F238E27FC236}">
                <a16:creationId xmlns:a16="http://schemas.microsoft.com/office/drawing/2014/main" id="{DC38EFDF-5EB6-4C4F-93FE-0634C01BFC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90523" y="4049179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>
                <a:solidFill>
                  <a:schemeClr val="bg1"/>
                </a:solidFill>
              </a:defRPr>
            </a:lvl1pPr>
            <a:lvl2pPr marL="0" indent="0" algn="l">
              <a:spcAft>
                <a:spcPts val="600"/>
              </a:spcAft>
              <a:buNone/>
              <a:defRPr sz="1100" b="0">
                <a:solidFill>
                  <a:schemeClr val="bg1"/>
                </a:solidFill>
              </a:defRPr>
            </a:lvl2pPr>
            <a:lvl3pPr marL="173038" indent="-173038" algn="l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●"/>
              <a:defRPr sz="1100" b="0">
                <a:solidFill>
                  <a:schemeClr val="bg1"/>
                </a:solidFill>
              </a:defRPr>
            </a:lvl3pPr>
            <a:lvl4pPr marL="396875" indent="-223838" algn="l">
              <a:spcAft>
                <a:spcPts val="600"/>
              </a:spcAft>
              <a:defRPr sz="1100" b="0">
                <a:solidFill>
                  <a:schemeClr val="bg1"/>
                </a:solidFill>
              </a:defRPr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bg1"/>
                </a:solidFill>
              </a:defRPr>
            </a:lvl5pPr>
            <a:lvl6pPr marL="0" indent="0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5" name="BodyCopy 3">
            <a:extLst>
              <a:ext uri="{FF2B5EF4-FFF2-40B4-BE49-F238E27FC236}">
                <a16:creationId xmlns:a16="http://schemas.microsoft.com/office/drawing/2014/main" id="{69EAE2E5-8796-455E-9A1B-1FD3C4C232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23504" y="4049179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>
                <a:solidFill>
                  <a:schemeClr val="bg1"/>
                </a:solidFill>
              </a:defRPr>
            </a:lvl1pPr>
            <a:lvl2pPr marL="0" indent="0" algn="l">
              <a:spcAft>
                <a:spcPts val="600"/>
              </a:spcAft>
              <a:buNone/>
              <a:defRPr sz="1100" b="0">
                <a:solidFill>
                  <a:schemeClr val="bg1"/>
                </a:solidFill>
              </a:defRPr>
            </a:lvl2pPr>
            <a:lvl3pPr marL="173038" indent="-173038" algn="l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●"/>
              <a:defRPr sz="1100" b="0">
                <a:solidFill>
                  <a:schemeClr val="bg1"/>
                </a:solidFill>
              </a:defRPr>
            </a:lvl3pPr>
            <a:lvl4pPr marL="396875" indent="-223838" algn="l">
              <a:spcAft>
                <a:spcPts val="600"/>
              </a:spcAft>
              <a:defRPr sz="1100" b="0">
                <a:solidFill>
                  <a:schemeClr val="bg1"/>
                </a:solidFill>
              </a:defRPr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bg1"/>
                </a:solidFill>
              </a:defRPr>
            </a:lvl5pPr>
            <a:lvl6pPr marL="0" indent="0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6" name="PPH-SlideNo">
            <a:extLst>
              <a:ext uri="{FF2B5EF4-FFF2-40B4-BE49-F238E27FC236}">
                <a16:creationId xmlns:a16="http://schemas.microsoft.com/office/drawing/2014/main" id="{70AA1FB7-DFDC-4099-91E1-E1A794E34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1670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0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Subsection Intro, Main 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 Idea">
            <a:extLst>
              <a:ext uri="{FF2B5EF4-FFF2-40B4-BE49-F238E27FC236}">
                <a16:creationId xmlns:a16="http://schemas.microsoft.com/office/drawing/2014/main" id="{23308B8E-E88D-4F46-BB59-A5209A6972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29395"/>
            <a:ext cx="8343900" cy="231466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sz="1400" b="1" cap="all" spc="150" baseline="0">
                <a:solidFill>
                  <a:schemeClr val="bg2">
                    <a:lumMod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D6EC0F8-1B95-4D14-A63C-4417B8D04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3" name="Contents">
            <a:extLst>
              <a:ext uri="{FF2B5EF4-FFF2-40B4-BE49-F238E27FC236}">
                <a16:creationId xmlns:a16="http://schemas.microsoft.com/office/drawing/2014/main" id="{68FEFE21-C87F-438E-9813-00B6F2CB11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0075" y="425324"/>
            <a:ext cx="2476500" cy="5975475"/>
          </a:xfrm>
          <a:prstGeom prst="rect">
            <a:avLst/>
          </a:prstGeom>
        </p:spPr>
        <p:txBody>
          <a:bodyPr/>
          <a:lstStyle>
            <a:lvl1pPr>
              <a:defRPr lang="en-US" sz="1000" kern="1200" cap="all" spc="150" baseline="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0" indent="0">
              <a:spcAft>
                <a:spcPts val="600"/>
              </a:spcAft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marL="0" lvl="0" indent="0" algn="l" defTabSz="906199" rtl="0" eaLnBrk="1" latinLnBrk="0" hangingPunct="1">
              <a:spcBef>
                <a:spcPts val="120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1A9A13B3-B5A5-4146-940A-130AD42D04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4297680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buNone/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4" name="BodyCopy 2">
            <a:extLst>
              <a:ext uri="{FF2B5EF4-FFF2-40B4-BE49-F238E27FC236}">
                <a16:creationId xmlns:a16="http://schemas.microsoft.com/office/drawing/2014/main" id="{4A6B9FF5-1002-4F8C-9C1D-7F89BC924D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90523" y="4297680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5" name="BodyCopy 3">
            <a:extLst>
              <a:ext uri="{FF2B5EF4-FFF2-40B4-BE49-F238E27FC236}">
                <a16:creationId xmlns:a16="http://schemas.microsoft.com/office/drawing/2014/main" id="{EF96C372-3B1A-48F5-8D5B-6E98CD89C7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23504" y="4297680"/>
            <a:ext cx="2476500" cy="1738314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7F5977A2-CC34-476A-B535-658CD3928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1670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9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Subsection Intro, Paragraph 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Big Idea">
            <a:extLst>
              <a:ext uri="{FF2B5EF4-FFF2-40B4-BE49-F238E27FC236}">
                <a16:creationId xmlns:a16="http://schemas.microsoft.com/office/drawing/2014/main" id="{23308B8E-E88D-4F46-BB59-A5209A6972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29395"/>
            <a:ext cx="8343900" cy="231466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sz="1400" b="1" cap="all" spc="150" baseline="0">
                <a:solidFill>
                  <a:schemeClr val="bg2">
                    <a:lumMod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D6EC0F8-1B95-4D14-A63C-4417B8D04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3" name="Contents">
            <a:extLst>
              <a:ext uri="{FF2B5EF4-FFF2-40B4-BE49-F238E27FC236}">
                <a16:creationId xmlns:a16="http://schemas.microsoft.com/office/drawing/2014/main" id="{68FEFE21-C87F-438E-9813-00B6F2CB11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0075" y="425324"/>
            <a:ext cx="2476500" cy="5975475"/>
          </a:xfrm>
          <a:prstGeom prst="rect">
            <a:avLst/>
          </a:prstGeom>
        </p:spPr>
        <p:txBody>
          <a:bodyPr/>
          <a:lstStyle>
            <a:lvl1pPr>
              <a:defRPr lang="en-US" sz="1000" kern="1200" cap="all" spc="150" baseline="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0" indent="0">
              <a:spcAft>
                <a:spcPts val="600"/>
              </a:spcAft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marL="0" lvl="0" indent="0" algn="l" defTabSz="906199" rtl="0" eaLnBrk="1" latinLnBrk="0" hangingPunct="1">
              <a:spcBef>
                <a:spcPts val="120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1A9A13B3-B5A5-4146-940A-130AD42D04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4297680"/>
            <a:ext cx="8343900" cy="1738314"/>
          </a:xfrm>
          <a:prstGeom prst="rect">
            <a:avLst/>
          </a:prstGeom>
        </p:spPr>
        <p:txBody>
          <a:bodyPr numCol="3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284BB751-6940-400C-90ED-29200DEF6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1670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85535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Text with 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6FF3F-032D-4EDA-8F15-2A2F24C77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8" name="Big Idea">
            <a:extLst>
              <a:ext uri="{FF2B5EF4-FFF2-40B4-BE49-F238E27FC236}">
                <a16:creationId xmlns:a16="http://schemas.microsoft.com/office/drawing/2014/main" id="{9A1A5DC0-4C7B-496D-88B9-008509D31F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999244"/>
            <a:ext cx="8343900" cy="1830153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BodyCopy 2">
            <a:extLst>
              <a:ext uri="{FF2B5EF4-FFF2-40B4-BE49-F238E27FC236}">
                <a16:creationId xmlns:a16="http://schemas.microsoft.com/office/drawing/2014/main" id="{ACC0CB8F-487D-4853-B03A-674A4E70A0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56143" y="419100"/>
            <a:ext cx="2473126" cy="5338763"/>
          </a:xfrm>
          <a:prstGeom prst="rect">
            <a:avLst/>
          </a:prstGeom>
        </p:spPr>
        <p:txBody>
          <a:bodyPr numCol="1" spcCol="457200"/>
          <a:lstStyle>
            <a:lvl1pPr>
              <a:spcBef>
                <a:spcPts val="1200"/>
              </a:spcBef>
              <a:spcAft>
                <a:spcPts val="600"/>
              </a:spcAft>
              <a:defRPr sz="1400" b="1">
                <a:solidFill>
                  <a:schemeClr val="tx1"/>
                </a:solidFill>
              </a:defRPr>
            </a:lvl1pPr>
            <a:lvl2pPr marL="0" indent="0">
              <a:spcAft>
                <a:spcPts val="600"/>
              </a:spcAft>
              <a:buClr>
                <a:schemeClr val="bg2">
                  <a:lumMod val="50000"/>
                </a:schemeClr>
              </a:buClr>
              <a:buNone/>
              <a:defRPr lang="en-US" sz="1100" kern="1200" spc="0" baseline="0" dirty="0" smtClean="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2pPr>
            <a:lvl3pPr marL="171450" indent="-171450">
              <a:spcAft>
                <a:spcPts val="600"/>
              </a:spcAft>
              <a:defRPr lang="en-US" sz="1100" kern="1200" spc="0" baseline="0" dirty="0">
                <a:solidFill>
                  <a:schemeClr val="tx1"/>
                </a:solidFill>
                <a:latin typeface="+mn-lt"/>
                <a:ea typeface="Georgia" charset="0"/>
                <a:cs typeface="Georgia" charset="0"/>
              </a:defRPr>
            </a:lvl3pPr>
            <a:lvl4pPr marL="344488" indent="-173038">
              <a:spcAft>
                <a:spcPts val="600"/>
              </a:spcAft>
              <a:defRPr sz="110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lang="en-US" sz="1100" i="1" kern="1200" spc="0" baseline="0" dirty="0">
                <a:solidFill>
                  <a:schemeClr val="accent1"/>
                </a:solidFill>
                <a:latin typeface="+mn-lt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171450" lvl="1" indent="-171450" algn="l" defTabSz="906199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Helvetica" charset="0"/>
              <a:buChar char="●"/>
              <a:tabLst/>
            </a:pPr>
            <a:r>
              <a:rPr lang="en-US" dirty="0"/>
              <a:t>Third level</a:t>
            </a:r>
          </a:p>
          <a:p>
            <a:pPr marL="344488" lvl="2" indent="-173038" algn="l" defTabSz="906199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AppleSymbols" charset="0"/>
              <a:buChar char="⎯"/>
              <a:tabLst/>
            </a:pPr>
            <a:r>
              <a:rPr lang="en-US" dirty="0"/>
              <a:t>Fourth level</a:t>
            </a:r>
          </a:p>
          <a:p>
            <a:pPr marL="0" lvl="4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  <a:tabLst/>
            </a:pPr>
            <a:r>
              <a:rPr lang="en-US" dirty="0"/>
              <a:t>Fifth level</a:t>
            </a:r>
          </a:p>
        </p:txBody>
      </p:sp>
      <p:sp>
        <p:nvSpPr>
          <p:cNvPr id="9" name="BodyCopy 1">
            <a:extLst>
              <a:ext uri="{FF2B5EF4-FFF2-40B4-BE49-F238E27FC236}">
                <a16:creationId xmlns:a16="http://schemas.microsoft.com/office/drawing/2014/main" id="{A0F1EB89-C197-41BE-ACFE-35085F4DA3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104364"/>
            <a:ext cx="8343146" cy="2653499"/>
          </a:xfrm>
          <a:prstGeom prst="rect">
            <a:avLst/>
          </a:prstGeom>
        </p:spPr>
        <p:txBody>
          <a:bodyPr numCol="3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D60B7000-2B6E-4F3B-B533-642C6CB3E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023777"/>
            <a:ext cx="1127206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270421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Fu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6FF3F-032D-4EDA-8F15-2A2F24C77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6" name="BodyCopy 1">
            <a:extLst>
              <a:ext uri="{FF2B5EF4-FFF2-40B4-BE49-F238E27FC236}">
                <a16:creationId xmlns:a16="http://schemas.microsoft.com/office/drawing/2014/main" id="{B2FE3F2B-B47E-4A86-B81F-E95D20119A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939462"/>
            <a:ext cx="11272069" cy="4818402"/>
          </a:xfrm>
          <a:prstGeom prst="rect">
            <a:avLst/>
          </a:prstGeom>
        </p:spPr>
        <p:txBody>
          <a:bodyPr numCol="4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900">
                <a:solidFill>
                  <a:schemeClr val="bg2">
                    <a:lumMod val="50000"/>
                  </a:schemeClr>
                </a:solidFill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EBE57EE-DC90-4C50-A4F8-0E1157EC1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206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44025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—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6FF3F-032D-4EDA-8F15-2A2F24C77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2FE3F2B-B47E-4A86-B81F-E95D20119A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939462"/>
            <a:ext cx="11272069" cy="5461338"/>
          </a:xfrm>
        </p:spPr>
        <p:txBody>
          <a:bodyPr numCol="4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100" b="0"/>
            </a:lvl3pPr>
            <a:lvl4pPr marL="171450" indent="-171450">
              <a:spcAft>
                <a:spcPts val="600"/>
              </a:spcAft>
              <a:buClr>
                <a:schemeClr val="bg2">
                  <a:lumMod val="90000"/>
                </a:schemeClr>
              </a:buClr>
              <a:buSzPct val="120000"/>
              <a:buFont typeface="Arial" panose="020B0604020202020204" pitchFamily="34" charset="0"/>
              <a:buChar char="|"/>
              <a:defRPr sz="1100" b="0"/>
            </a:lvl4pPr>
            <a:lvl5pPr marL="344488" indent="-171450">
              <a:spcAft>
                <a:spcPts val="600"/>
              </a:spcAft>
              <a:buClr>
                <a:schemeClr val="bg2">
                  <a:lumMod val="90000"/>
                </a:schemeClr>
              </a:buClr>
              <a:buSzPct val="120000"/>
              <a:buFont typeface="Arial" panose="020B0604020202020204" pitchFamily="34" charset="0"/>
              <a:buChar char="|"/>
              <a:defRPr sz="1100" i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E81B920-9D43-48B2-8F31-8D8730955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/>
              <a:t>SECTION TAG</a:t>
            </a:r>
          </a:p>
        </p:txBody>
      </p:sp>
    </p:spTree>
    <p:extLst>
      <p:ext uri="{BB962C8B-B14F-4D97-AF65-F5344CB8AC3E}">
        <p14:creationId xmlns:p14="http://schemas.microsoft.com/office/powerpoint/2010/main" val="153329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Full Text w Shor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6FF3F-032D-4EDA-8F15-2A2F24C77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EBE57EE-DC90-4C50-A4F8-0E1157EC1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023777"/>
            <a:ext cx="1127206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6" name="BodyCopy 1">
            <a:extLst>
              <a:ext uri="{FF2B5EF4-FFF2-40B4-BE49-F238E27FC236}">
                <a16:creationId xmlns:a16="http://schemas.microsoft.com/office/drawing/2014/main" id="{B2FE3F2B-B47E-4A86-B81F-E95D20119A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2794958"/>
            <a:ext cx="5410201" cy="2962906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8" name="BodyCopy 2">
            <a:extLst>
              <a:ext uri="{FF2B5EF4-FFF2-40B4-BE49-F238E27FC236}">
                <a16:creationId xmlns:a16="http://schemas.microsoft.com/office/drawing/2014/main" id="{6510E84F-54C1-49BF-8B00-241A1A5933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19068" y="990190"/>
            <a:ext cx="5410201" cy="4767674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9" name="Big Idea">
            <a:extLst>
              <a:ext uri="{FF2B5EF4-FFF2-40B4-BE49-F238E27FC236}">
                <a16:creationId xmlns:a16="http://schemas.microsoft.com/office/drawing/2014/main" id="{74802A92-2B1C-47B1-989F-1849D8F134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976836"/>
            <a:ext cx="5410200" cy="143616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16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Primary_Chart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3391654" y="943244"/>
            <a:ext cx="8343146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C9B2DDF-28FC-4105-A64A-A0C91D416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12" name="BodyCopy 1">
            <a:extLst>
              <a:ext uri="{FF2B5EF4-FFF2-40B4-BE49-F238E27FC236}">
                <a16:creationId xmlns:a16="http://schemas.microsoft.com/office/drawing/2014/main" id="{A85D04BF-3802-4A67-9059-D4096C1122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43245"/>
            <a:ext cx="2466364" cy="4887188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85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Half_Chart_Half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6324600" y="943244"/>
            <a:ext cx="5410200" cy="544565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CA6C955-5CC0-45A5-BE10-A111934A1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54102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2" name="BodyCopy 1">
            <a:extLst>
              <a:ext uri="{FF2B5EF4-FFF2-40B4-BE49-F238E27FC236}">
                <a16:creationId xmlns:a16="http://schemas.microsoft.com/office/drawing/2014/main" id="{D1B86F41-3687-4162-A230-5A54570BFC0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951101"/>
            <a:ext cx="5410199" cy="4879331"/>
          </a:xfrm>
          <a:prstGeom prst="rect">
            <a:avLst/>
          </a:prstGeom>
        </p:spPr>
        <p:txBody>
          <a:bodyPr numCol="2" spcCol="457200"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88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Primary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57200" y="943244"/>
            <a:ext cx="11277600" cy="48871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705F09-C591-4BA3-990B-D46F576C3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1472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Chart_Parent_Ch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3391654" y="943244"/>
            <a:ext cx="5408692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58299" y="943244"/>
            <a:ext cx="2475027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9C45DB4-4260-4526-A638-DD1465DD6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023777"/>
            <a:ext cx="834314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11C54BBE-FE01-4231-AB8B-3E22A0595D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 b="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061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Chart_w_Emphasis-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58612-79D8-48D2-AA38-8F82D71FB7C9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3391654" y="943244"/>
            <a:ext cx="5408692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9C45DB4-4260-4526-A638-DD1465DD6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023777"/>
            <a:ext cx="834314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11C54BBE-FE01-4231-AB8B-3E22A0595D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 b="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2" name="Contents">
            <a:extLst>
              <a:ext uri="{FF2B5EF4-FFF2-40B4-BE49-F238E27FC236}">
                <a16:creationId xmlns:a16="http://schemas.microsoft.com/office/drawing/2014/main" id="{71615DF6-BC0D-4E4D-ACBA-3938EAD1DF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0075" y="425324"/>
            <a:ext cx="2476500" cy="5975475"/>
          </a:xfrm>
          <a:prstGeom prst="rect">
            <a:avLst/>
          </a:prstGeom>
        </p:spPr>
        <p:txBody>
          <a:bodyPr/>
          <a:lstStyle>
            <a:lvl1pPr>
              <a:defRPr lang="en-US" sz="1000" kern="1200" cap="all" spc="150" baseline="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0" indent="0">
              <a:spcAft>
                <a:spcPts val="600"/>
              </a:spcAft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marL="0" lvl="0" indent="0" algn="l" defTabSz="906199" rtl="0" eaLnBrk="1" latinLnBrk="0" hangingPunct="1">
              <a:spcBef>
                <a:spcPts val="120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385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2_Chart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8017" y="943244"/>
            <a:ext cx="3927812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2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7800281" y="943244"/>
            <a:ext cx="3931920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41F68F7E-B94B-4E6E-A200-FD95903709B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5660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2_H_Chart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0901" y="951102"/>
            <a:ext cx="8343180" cy="255352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Chart 2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390901" y="3812351"/>
            <a:ext cx="8343180" cy="257655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99EA059D-181A-4276-A6AD-7BB8220C0F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231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Primary_Table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3" name="Table 1">
            <a:extLst>
              <a:ext uri="{FF2B5EF4-FFF2-40B4-BE49-F238E27FC236}">
                <a16:creationId xmlns:a16="http://schemas.microsoft.com/office/drawing/2014/main" id="{D153287A-C976-46DC-BF19-F759707CF37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391654" y="939461"/>
            <a:ext cx="8343146" cy="544944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EF4B5D-EA56-4F42-9210-CFEFE33B5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66364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1" name="BodyCopy 1">
            <a:extLst>
              <a:ext uri="{FF2B5EF4-FFF2-40B4-BE49-F238E27FC236}">
                <a16:creationId xmlns:a16="http://schemas.microsoft.com/office/drawing/2014/main" id="{E86203D7-096C-4F83-A0BE-AAF71D0C3A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884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Primary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3" name="Table 1">
            <a:extLst>
              <a:ext uri="{FF2B5EF4-FFF2-40B4-BE49-F238E27FC236}">
                <a16:creationId xmlns:a16="http://schemas.microsoft.com/office/drawing/2014/main" id="{D153287A-C976-46DC-BF19-F759707CF37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57200" y="939461"/>
            <a:ext cx="11277600" cy="489142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0168015-BFCE-4EAD-9971-9B6151FBF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7321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Two_Table_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3" name="Table 1">
            <a:extLst>
              <a:ext uri="{FF2B5EF4-FFF2-40B4-BE49-F238E27FC236}">
                <a16:creationId xmlns:a16="http://schemas.microsoft.com/office/drawing/2014/main" id="{D153287A-C976-46DC-BF19-F759707CF37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57200" y="939461"/>
            <a:ext cx="5410200" cy="489142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0168015-BFCE-4EAD-9971-9B6151FBF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8" name="Table 1">
            <a:extLst>
              <a:ext uri="{FF2B5EF4-FFF2-40B4-BE49-F238E27FC236}">
                <a16:creationId xmlns:a16="http://schemas.microsoft.com/office/drawing/2014/main" id="{16D4DFBD-0EF6-4F22-A6C1-2392DA04F3DE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6323162" y="939461"/>
            <a:ext cx="5410200" cy="489142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2889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Two_Chart_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2">
            <a:extLst>
              <a:ext uri="{FF2B5EF4-FFF2-40B4-BE49-F238E27FC236}">
                <a16:creationId xmlns:a16="http://schemas.microsoft.com/office/drawing/2014/main" id="{A52591D1-3F6E-428C-AE6B-D8A7DCF1BA78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457200" y="943244"/>
            <a:ext cx="5410200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6315547" y="943244"/>
            <a:ext cx="5410200" cy="48871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F2AC558-B54B-45F7-BAA8-41DA9DB79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7370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3_Chart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0900" y="943244"/>
            <a:ext cx="2483654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2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3881" y="943244"/>
            <a:ext cx="2483654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Chart 3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256862" y="943244"/>
            <a:ext cx="2483654" cy="54575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66364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3" name="BodyCopy 1">
            <a:extLst>
              <a:ext uri="{FF2B5EF4-FFF2-40B4-BE49-F238E27FC236}">
                <a16:creationId xmlns:a16="http://schemas.microsoft.com/office/drawing/2014/main" id="{41F68F7E-B94B-4E6E-A200-FD95903709B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2089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3_Chart_Parent_Child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1" name="Chart 3">
            <a:extLst>
              <a:ext uri="{FF2B5EF4-FFF2-40B4-BE49-F238E27FC236}">
                <a16:creationId xmlns:a16="http://schemas.microsoft.com/office/drawing/2014/main" id="{23825832-BFCE-4456-9C17-8F83CB559F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258335" y="943244"/>
            <a:ext cx="2475027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24601" y="943244"/>
            <a:ext cx="2475746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60112" y="943244"/>
            <a:ext cx="5406502" cy="48871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D6FD9F6-1743-43A6-9B04-3708C9942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151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Key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67681" y="943244"/>
            <a:ext cx="2466366" cy="24857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6333980" y="3727653"/>
            <a:ext cx="5410270" cy="267314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13F60154-60CF-40B7-954A-2B72931DBA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3980" y="939462"/>
            <a:ext cx="2466366" cy="248575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2400" b="1"/>
            </a:lvl1pPr>
            <a:lvl2pPr marL="0" indent="0">
              <a:buNone/>
              <a:defRPr/>
            </a:lvl2pPr>
            <a:lvl3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6pPr>
              <a:defRPr sz="900">
                <a:solidFill>
                  <a:schemeClr val="bg2">
                    <a:lumMod val="50000"/>
                  </a:schemeClr>
                </a:solidFill>
              </a:defRPr>
            </a:lvl6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Info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Detail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707E05C-76DA-47A5-9567-0114AAA6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54102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7" name="BodyCopy 1">
            <a:extLst>
              <a:ext uri="{FF2B5EF4-FFF2-40B4-BE49-F238E27FC236}">
                <a16:creationId xmlns:a16="http://schemas.microsoft.com/office/drawing/2014/main" id="{81377FF4-CE99-4471-836F-A541D09F3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2794958"/>
            <a:ext cx="5410201" cy="2962906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8" name="Big Idea">
            <a:extLst>
              <a:ext uri="{FF2B5EF4-FFF2-40B4-BE49-F238E27FC236}">
                <a16:creationId xmlns:a16="http://schemas.microsoft.com/office/drawing/2014/main" id="{19906579-1B35-4EDD-A6D6-B2ADF6A896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976836"/>
            <a:ext cx="5410200" cy="143616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4643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Keytheme_Solo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67681" y="943244"/>
            <a:ext cx="2466366" cy="544565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707E05C-76DA-47A5-9567-0114AAA6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9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7" name="BodyCopy 1">
            <a:extLst>
              <a:ext uri="{FF2B5EF4-FFF2-40B4-BE49-F238E27FC236}">
                <a16:creationId xmlns:a16="http://schemas.microsoft.com/office/drawing/2014/main" id="{81377FF4-CE99-4471-836F-A541D09F3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199" y="2794958"/>
            <a:ext cx="8343902" cy="2962906"/>
          </a:xfrm>
          <a:prstGeom prst="rect">
            <a:avLst/>
          </a:prstGeom>
        </p:spPr>
        <p:txBody>
          <a:bodyPr numCol="3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8" name="Big Idea">
            <a:extLst>
              <a:ext uri="{FF2B5EF4-FFF2-40B4-BE49-F238E27FC236}">
                <a16:creationId xmlns:a16="http://schemas.microsoft.com/office/drawing/2014/main" id="{19906579-1B35-4EDD-A6D6-B2ADF6A896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976836"/>
            <a:ext cx="8343900" cy="143616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8596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Chart_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4" name="Chart 4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256862" y="943244"/>
            <a:ext cx="2483654" cy="334895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3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3881" y="943244"/>
            <a:ext cx="2483654" cy="334895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0900" y="943244"/>
            <a:ext cx="2483654" cy="334895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57954" y="943244"/>
            <a:ext cx="2487168" cy="334895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3E6D1C7D-7EFF-4C35-B04B-2B77CF4F1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023777"/>
            <a:ext cx="11268547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5" name="BodyCopy 1">
            <a:extLst>
              <a:ext uri="{FF2B5EF4-FFF2-40B4-BE49-F238E27FC236}">
                <a16:creationId xmlns:a16="http://schemas.microsoft.com/office/drawing/2014/main" id="{C25B52BD-BC08-458A-BF29-0922320EB3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4437571"/>
            <a:ext cx="2476500" cy="134992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20" name="BodyCopy 2">
            <a:extLst>
              <a:ext uri="{FF2B5EF4-FFF2-40B4-BE49-F238E27FC236}">
                <a16:creationId xmlns:a16="http://schemas.microsoft.com/office/drawing/2014/main" id="{2B2BA647-242E-4CC6-B01B-C8E84E868B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08153" y="4437571"/>
            <a:ext cx="2476500" cy="134992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21" name="BodyCopy 3">
            <a:extLst>
              <a:ext uri="{FF2B5EF4-FFF2-40B4-BE49-F238E27FC236}">
                <a16:creationId xmlns:a16="http://schemas.microsoft.com/office/drawing/2014/main" id="{5F956459-2A40-4135-A6B8-F9D10AF39A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15938" y="4437571"/>
            <a:ext cx="2476500" cy="134992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22" name="BodyCopy 4">
            <a:extLst>
              <a:ext uri="{FF2B5EF4-FFF2-40B4-BE49-F238E27FC236}">
                <a16:creationId xmlns:a16="http://schemas.microsoft.com/office/drawing/2014/main" id="{2150A662-44DB-418E-88E0-E5E7CEB41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0439" y="4437571"/>
            <a:ext cx="2476500" cy="134992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 algn="l">
              <a:spcAft>
                <a:spcPts val="60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30748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4x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4" name="Chart 4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256862" y="943244"/>
            <a:ext cx="2483654" cy="487958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3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3881" y="943244"/>
            <a:ext cx="2483654" cy="487958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0900" y="943244"/>
            <a:ext cx="2483654" cy="487958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57954" y="943244"/>
            <a:ext cx="2487168" cy="48795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16751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2x2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4" name="Chart 4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324599" y="3648546"/>
            <a:ext cx="5409481" cy="21742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3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57918" y="3648546"/>
            <a:ext cx="5409481" cy="21742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24599" y="1099270"/>
            <a:ext cx="5409481" cy="21742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57952" y="1099270"/>
            <a:ext cx="5413248" cy="2174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00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3_Chart_Vertical_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1" name="Chart 3">
            <a:extLst>
              <a:ext uri="{FF2B5EF4-FFF2-40B4-BE49-F238E27FC236}">
                <a16:creationId xmlns:a16="http://schemas.microsoft.com/office/drawing/2014/main" id="{23825832-BFCE-4456-9C17-8F83CB559F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258335" y="943244"/>
            <a:ext cx="2475027" cy="24857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24601" y="943244"/>
            <a:ext cx="2475746" cy="24857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3390900" y="3727653"/>
            <a:ext cx="8334847" cy="266124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13F60154-60CF-40B7-954A-2B72931DBA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0900" y="939462"/>
            <a:ext cx="2466366" cy="248575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2400" b="1"/>
            </a:lvl1pPr>
            <a:lvl2pPr marL="0" indent="0">
              <a:buNone/>
              <a:defRPr/>
            </a:lvl2pPr>
            <a:lvl3pPr marL="0" indent="0">
              <a:buNone/>
              <a:defRPr sz="900">
                <a:solidFill>
                  <a:schemeClr val="bg2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Info</a:t>
            </a:r>
          </a:p>
          <a:p>
            <a:pPr lvl="2"/>
            <a:r>
              <a:rPr lang="en-US" dirty="0"/>
              <a:t>Detail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707E05C-76DA-47A5-9567-0114AAA6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5" name="BodyCopy 1">
            <a:extLst>
              <a:ext uri="{FF2B5EF4-FFF2-40B4-BE49-F238E27FC236}">
                <a16:creationId xmlns:a16="http://schemas.microsoft.com/office/drawing/2014/main" id="{C89510E8-F111-4A05-BDF9-6F1766BE7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1020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3_Chart_Dashboard_Flipp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1" name="Chart 3">
            <a:extLst>
              <a:ext uri="{FF2B5EF4-FFF2-40B4-BE49-F238E27FC236}">
                <a16:creationId xmlns:a16="http://schemas.microsoft.com/office/drawing/2014/main" id="{23825832-BFCE-4456-9C17-8F83CB559F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3392373" y="950714"/>
            <a:ext cx="8333374" cy="26612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3E5BECEF-1A9F-4354-B9EE-928FD826632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324601" y="3903146"/>
            <a:ext cx="2475746" cy="24857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9248167" y="3899364"/>
            <a:ext cx="2477580" cy="248575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13F60154-60CF-40B7-954A-2B72931DBA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0900" y="3899364"/>
            <a:ext cx="2466366" cy="248575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2400" b="1"/>
            </a:lvl1pPr>
            <a:lvl2pPr marL="0" indent="0">
              <a:buNone/>
              <a:defRPr/>
            </a:lvl2pPr>
            <a:lvl3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6pPr>
              <a:defRPr sz="900">
                <a:solidFill>
                  <a:schemeClr val="bg2">
                    <a:lumMod val="50000"/>
                  </a:schemeClr>
                </a:solidFill>
              </a:defRPr>
            </a:lvl6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Info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Detail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707E05C-76DA-47A5-9567-0114AAA6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5" name="BodyCopy 1">
            <a:extLst>
              <a:ext uri="{FF2B5EF4-FFF2-40B4-BE49-F238E27FC236}">
                <a16:creationId xmlns:a16="http://schemas.microsoft.com/office/drawing/2014/main" id="{C89510E8-F111-4A05-BDF9-6F1766BE7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2650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Chart_w_Stat_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3390900" y="939463"/>
            <a:ext cx="8334847" cy="5449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13F60154-60CF-40B7-954A-2B72931DBA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0900" y="939462"/>
            <a:ext cx="2466366" cy="248575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2400" b="1"/>
            </a:lvl1pPr>
            <a:lvl2pPr marL="0" indent="0">
              <a:buNone/>
              <a:defRPr/>
            </a:lvl2pPr>
            <a:lvl3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6pPr>
              <a:defRPr sz="900">
                <a:solidFill>
                  <a:schemeClr val="bg2">
                    <a:lumMod val="50000"/>
                  </a:schemeClr>
                </a:solidFill>
              </a:defRPr>
            </a:lvl6pPr>
          </a:lstStyle>
          <a:p>
            <a:pPr lvl="0"/>
            <a:r>
              <a:rPr lang="en-US" dirty="0"/>
              <a:t>Stat</a:t>
            </a:r>
          </a:p>
          <a:p>
            <a:pPr lvl="1"/>
            <a:r>
              <a:rPr lang="en-US" dirty="0"/>
              <a:t>Info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Detail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707E05C-76DA-47A5-9567-0114AAA6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5" name="BodyCopy 1">
            <a:extLst>
              <a:ext uri="{FF2B5EF4-FFF2-40B4-BE49-F238E27FC236}">
                <a16:creationId xmlns:a16="http://schemas.microsoft.com/office/drawing/2014/main" id="{C89510E8-F111-4A05-BDF9-6F1766BE77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2880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4_Chart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6" name="Chart 5">
            <a:extLst>
              <a:ext uri="{FF2B5EF4-FFF2-40B4-BE49-F238E27FC236}">
                <a16:creationId xmlns:a16="http://schemas.microsoft.com/office/drawing/2014/main" id="{8DA1412E-5833-4015-AAA2-0C72380BBCF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90899" y="951101"/>
            <a:ext cx="3950615" cy="25030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Chart 4">
            <a:extLst>
              <a:ext uri="{FF2B5EF4-FFF2-40B4-BE49-F238E27FC236}">
                <a16:creationId xmlns:a16="http://schemas.microsoft.com/office/drawing/2014/main" id="{4564C230-395F-4C21-8193-F363F3D023E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7775539" y="951101"/>
            <a:ext cx="3950208" cy="250308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2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390899" y="3911388"/>
            <a:ext cx="3950208" cy="247751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7775539" y="3911388"/>
            <a:ext cx="3950208" cy="247751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8" name="BodyCopy 1">
            <a:extLst>
              <a:ext uri="{FF2B5EF4-FFF2-40B4-BE49-F238E27FC236}">
                <a16:creationId xmlns:a16="http://schemas.microsoft.com/office/drawing/2014/main" id="{BDC876CF-887F-4124-863C-6624C88B7E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145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6_Chart_&amp;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2476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7" name="Chart 6">
            <a:extLst>
              <a:ext uri="{FF2B5EF4-FFF2-40B4-BE49-F238E27FC236}">
                <a16:creationId xmlns:a16="http://schemas.microsoft.com/office/drawing/2014/main" id="{5C90DE2B-2F52-47A7-B950-947885ED2074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3390900" y="951101"/>
            <a:ext cx="2483654" cy="254902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5">
            <a:extLst>
              <a:ext uri="{FF2B5EF4-FFF2-40B4-BE49-F238E27FC236}">
                <a16:creationId xmlns:a16="http://schemas.microsoft.com/office/drawing/2014/main" id="{8DA1412E-5833-4015-AAA2-0C72380BBCF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323881" y="951101"/>
            <a:ext cx="2483654" cy="254902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Chart 4">
            <a:extLst>
              <a:ext uri="{FF2B5EF4-FFF2-40B4-BE49-F238E27FC236}">
                <a16:creationId xmlns:a16="http://schemas.microsoft.com/office/drawing/2014/main" id="{4564C230-395F-4C21-8193-F363F3D023E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9258300" y="951101"/>
            <a:ext cx="2483654" cy="254902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Chart 3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390900" y="3761879"/>
            <a:ext cx="2483654" cy="262702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2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3881" y="3761879"/>
            <a:ext cx="2483654" cy="262702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58300" y="3761879"/>
            <a:ext cx="2483654" cy="262702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8" name="BodyCopy 1">
            <a:extLst>
              <a:ext uri="{FF2B5EF4-FFF2-40B4-BE49-F238E27FC236}">
                <a16:creationId xmlns:a16="http://schemas.microsoft.com/office/drawing/2014/main" id="{BDC876CF-887F-4124-863C-6624C88B7E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1" y="951101"/>
            <a:ext cx="2466364" cy="4879331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0" indent="0">
              <a:buNone/>
              <a:defRPr sz="1100"/>
            </a:lvl2pPr>
            <a:lvl3pPr marL="173038" indent="-17303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44488" indent="-171450">
              <a:defRPr sz="1100"/>
            </a:lvl4pPr>
            <a:lvl5pPr marL="0" indent="0"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8634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8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8331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7" name="Chart 8">
            <a:extLst>
              <a:ext uri="{FF2B5EF4-FFF2-40B4-BE49-F238E27FC236}">
                <a16:creationId xmlns:a16="http://schemas.microsoft.com/office/drawing/2014/main" id="{5C90DE2B-2F52-47A7-B950-947885ED2074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9256862" y="3531168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7">
            <a:extLst>
              <a:ext uri="{FF2B5EF4-FFF2-40B4-BE49-F238E27FC236}">
                <a16:creationId xmlns:a16="http://schemas.microsoft.com/office/drawing/2014/main" id="{8DA1412E-5833-4015-AAA2-0C72380BBCF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323881" y="3531168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Chart 6">
            <a:extLst>
              <a:ext uri="{FF2B5EF4-FFF2-40B4-BE49-F238E27FC236}">
                <a16:creationId xmlns:a16="http://schemas.microsoft.com/office/drawing/2014/main" id="{4564C230-395F-4C21-8193-F363F3D023E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3390900" y="3531168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hart 5">
            <a:extLst>
              <a:ext uri="{FF2B5EF4-FFF2-40B4-BE49-F238E27FC236}">
                <a16:creationId xmlns:a16="http://schemas.microsoft.com/office/drawing/2014/main" id="{9E021891-4900-4BFE-83F3-A4779088DB5E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57954" y="3531168"/>
            <a:ext cx="2487168" cy="22657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Chart 4">
            <a:extLst>
              <a:ext uri="{FF2B5EF4-FFF2-40B4-BE49-F238E27FC236}">
                <a16:creationId xmlns:a16="http://schemas.microsoft.com/office/drawing/2014/main" id="{735A41CB-1466-4F07-B8D6-D05A440C05D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256862" y="1003629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Chart 3">
            <a:extLst>
              <a:ext uri="{FF2B5EF4-FFF2-40B4-BE49-F238E27FC236}">
                <a16:creationId xmlns:a16="http://schemas.microsoft.com/office/drawing/2014/main" id="{360FEB04-7853-4575-85C5-0B6E6F0C838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3881" y="1003629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F4A6D268-AFCF-4422-BA46-0325498708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390900" y="1003629"/>
            <a:ext cx="2483654" cy="226578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457954" y="1003629"/>
            <a:ext cx="2487168" cy="22657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96833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3_chart_2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able Placeholder 21">
            <a:extLst>
              <a:ext uri="{FF2B5EF4-FFF2-40B4-BE49-F238E27FC236}">
                <a16:creationId xmlns:a16="http://schemas.microsoft.com/office/drawing/2014/main" id="{18E6856F-3CD9-4AD7-815D-C9C098A13AAE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90900" y="1397000"/>
            <a:ext cx="3932238" cy="18542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able Placeholder 21">
            <a:extLst>
              <a:ext uri="{FF2B5EF4-FFF2-40B4-BE49-F238E27FC236}">
                <a16:creationId xmlns:a16="http://schemas.microsoft.com/office/drawing/2014/main" id="{BA8D3678-08EC-482B-9C7E-1E20B09DDF6F}"/>
              </a:ext>
            </a:extLst>
          </p:cNvPr>
          <p:cNvSpPr>
            <a:spLocks noGrp="1"/>
          </p:cNvSpPr>
          <p:nvPr>
            <p:ph type="tbl" sz="quarter" idx="26"/>
          </p:nvPr>
        </p:nvSpPr>
        <p:spPr>
          <a:xfrm>
            <a:off x="7798998" y="1394151"/>
            <a:ext cx="3932238" cy="18542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E038C8-495A-46D3-AE0C-462D123E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8331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6" name="Chart 7">
            <a:extLst>
              <a:ext uri="{FF2B5EF4-FFF2-40B4-BE49-F238E27FC236}">
                <a16:creationId xmlns:a16="http://schemas.microsoft.com/office/drawing/2014/main" id="{8DA1412E-5833-4015-AAA2-0C72380BBCF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448497" y="1023849"/>
            <a:ext cx="2485203" cy="2239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hart 5">
            <a:extLst>
              <a:ext uri="{FF2B5EF4-FFF2-40B4-BE49-F238E27FC236}">
                <a16:creationId xmlns:a16="http://schemas.microsoft.com/office/drawing/2014/main" id="{9E021891-4900-4BFE-83F3-A4779088DB5E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57954" y="3531168"/>
            <a:ext cx="5416600" cy="22657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hart 1"/>
          <p:cNvSpPr>
            <a:spLocks noGrp="1"/>
          </p:cNvSpPr>
          <p:nvPr>
            <p:ph type="chart" sz="quarter" idx="14"/>
          </p:nvPr>
        </p:nvSpPr>
        <p:spPr>
          <a:xfrm>
            <a:off x="6317448" y="3504597"/>
            <a:ext cx="5423068" cy="22923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5404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Special Illustration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8D78BFC-A0EA-4C49-A879-129FEE750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54102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FC27E8-16D8-49A1-9DB8-234768E6AAE4}"/>
              </a:ext>
            </a:extLst>
          </p:cNvPr>
          <p:cNvSpPr/>
          <p:nvPr userDrawn="1"/>
        </p:nvSpPr>
        <p:spPr>
          <a:xfrm>
            <a:off x="6323846" y="0"/>
            <a:ext cx="586815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5410200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7" name="Closing Idea">
            <a:extLst>
              <a:ext uri="{FF2B5EF4-FFF2-40B4-BE49-F238E27FC236}">
                <a16:creationId xmlns:a16="http://schemas.microsoft.com/office/drawing/2014/main" id="{D53C50A5-83B9-42C1-91FC-10D41428F0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1044" y="425325"/>
            <a:ext cx="4953756" cy="298952"/>
          </a:xfrm>
          <a:prstGeom prst="rect">
            <a:avLst/>
          </a:prstGeom>
        </p:spPr>
        <p:txBody>
          <a:bodyPr/>
          <a:lstStyle>
            <a:lvl1pPr>
              <a:defRPr lang="en-US" sz="1400" b="0" kern="1200" cap="all" spc="150" baseline="0" dirty="0">
                <a:solidFill>
                  <a:schemeClr val="bg2">
                    <a:lumMod val="75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Closing idea</a:t>
            </a:r>
          </a:p>
        </p:txBody>
      </p:sp>
      <p:sp>
        <p:nvSpPr>
          <p:cNvPr id="9" name="BodyCopy 2">
            <a:extLst>
              <a:ext uri="{FF2B5EF4-FFF2-40B4-BE49-F238E27FC236}">
                <a16:creationId xmlns:a16="http://schemas.microsoft.com/office/drawing/2014/main" id="{32244C7E-F663-45B6-B112-C55DCC1F10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1044" y="957052"/>
            <a:ext cx="4953756" cy="4818063"/>
          </a:xfrm>
          <a:prstGeom prst="rect">
            <a:avLst/>
          </a:prstGeom>
        </p:spPr>
        <p:txBody>
          <a:bodyPr numCol="2" spcCol="457200"/>
          <a:lstStyle>
            <a:lvl1pPr>
              <a:spcAft>
                <a:spcPts val="1200"/>
              </a:spcAft>
              <a:defRPr sz="1800"/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227013" indent="-227013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/>
            </a:lvl4pPr>
            <a:lvl5pPr marL="461963" indent="-234950">
              <a:spcAft>
                <a:spcPts val="600"/>
              </a:spcAft>
              <a:defRPr sz="1100"/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defRPr sz="900">
                <a:solidFill>
                  <a:schemeClr val="bg2">
                    <a:lumMod val="50000"/>
                  </a:schemeClr>
                </a:solidFill>
              </a:defRPr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</p:txBody>
      </p:sp>
      <p:sp>
        <p:nvSpPr>
          <p:cNvPr id="15" name="BodyCopy 1">
            <a:extLst>
              <a:ext uri="{FF2B5EF4-FFF2-40B4-BE49-F238E27FC236}">
                <a16:creationId xmlns:a16="http://schemas.microsoft.com/office/drawing/2014/main" id="{B42294C7-E128-4C94-891A-08FAA875A6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956714"/>
            <a:ext cx="5410200" cy="4818402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06764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Example_w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24600" y="677838"/>
            <a:ext cx="5410199" cy="54101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55150728-4341-4B41-8873-2473ED3134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normalizeH="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DBA39A55-636A-468D-B611-5A1119D2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3" name="Big Idea">
            <a:extLst>
              <a:ext uri="{FF2B5EF4-FFF2-40B4-BE49-F238E27FC236}">
                <a16:creationId xmlns:a16="http://schemas.microsoft.com/office/drawing/2014/main" id="{3DC94779-D5FF-4320-A38B-E7C6421DC1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1088806"/>
            <a:ext cx="5410199" cy="1745812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BodyCopy 1">
            <a:extLst>
              <a:ext uri="{FF2B5EF4-FFF2-40B4-BE49-F238E27FC236}">
                <a16:creationId xmlns:a16="http://schemas.microsoft.com/office/drawing/2014/main" id="{9DAAE118-7AEB-47BE-8FCF-7ACB730A84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429000"/>
            <a:ext cx="5410200" cy="2328864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0204ED-5F5F-4F8E-8AA4-2A99FA3E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5410199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6F950F21-775B-4886-9DD8-C106F488D9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8299" y="5624422"/>
            <a:ext cx="2467447" cy="764479"/>
          </a:xfrm>
          <a:prstGeom prst="rect">
            <a:avLst/>
          </a:prstGeom>
        </p:spPr>
        <p:txBody>
          <a:bodyPr numCol="1" spcCol="457200" anchor="b"/>
          <a:lstStyle>
            <a:lvl1pPr algn="r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r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27932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Example_w_Multi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24600" y="1088806"/>
            <a:ext cx="5410199" cy="31057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55150728-4341-4B41-8873-2473ED3134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DBA39A55-636A-468D-B611-5A1119D2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4C068D-FB38-4D10-9D49-C99F4EBB63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4601" y="4477109"/>
            <a:ext cx="2475746" cy="19117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B356186-575E-4A1A-AC1D-2B437509628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59054" y="4477109"/>
            <a:ext cx="2475746" cy="19117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Big Idea">
            <a:extLst>
              <a:ext uri="{FF2B5EF4-FFF2-40B4-BE49-F238E27FC236}">
                <a16:creationId xmlns:a16="http://schemas.microsoft.com/office/drawing/2014/main" id="{C4BA041D-9DD0-4410-A58A-1023BF5A47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1088806"/>
            <a:ext cx="5410199" cy="1745812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221FACCD-3CD5-4240-A207-4B0299310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54102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7B638EC2-88BB-4639-BBE3-A6D6368768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58299" y="419100"/>
            <a:ext cx="2467447" cy="507627"/>
          </a:xfrm>
          <a:prstGeom prst="rect">
            <a:avLst/>
          </a:prstGeom>
        </p:spPr>
        <p:txBody>
          <a:bodyPr numCol="1" spcCol="457200" anchor="t"/>
          <a:lstStyle>
            <a:lvl1pPr algn="r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r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BodyCopy 1">
            <a:extLst>
              <a:ext uri="{FF2B5EF4-FFF2-40B4-BE49-F238E27FC236}">
                <a16:creationId xmlns:a16="http://schemas.microsoft.com/office/drawing/2014/main" id="{B8AE498B-354C-4BFB-901F-7AEF031DBC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0" y="3429000"/>
            <a:ext cx="5410200" cy="2328864"/>
          </a:xfrm>
          <a:prstGeom prst="rect">
            <a:avLst/>
          </a:prstGeom>
        </p:spPr>
        <p:txBody>
          <a:bodyPr numCol="2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92475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4_Photo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ag">
            <a:extLst>
              <a:ext uri="{FF2B5EF4-FFF2-40B4-BE49-F238E27FC236}">
                <a16:creationId xmlns:a16="http://schemas.microsoft.com/office/drawing/2014/main" id="{55150728-4341-4B41-8873-2473ED3134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DBA39A55-636A-468D-B611-5A1119D2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221FACCD-3CD5-4240-A207-4B0299310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  <p:sp>
        <p:nvSpPr>
          <p:cNvPr id="11" name="Caption 1">
            <a:extLst>
              <a:ext uri="{FF2B5EF4-FFF2-40B4-BE49-F238E27FC236}">
                <a16:creationId xmlns:a16="http://schemas.microsoft.com/office/drawing/2014/main" id="{7B638EC2-88BB-4639-BBE3-A6D6368768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67353" y="1411635"/>
            <a:ext cx="2467447" cy="312835"/>
          </a:xfrm>
          <a:prstGeom prst="rect">
            <a:avLst/>
          </a:prstGeom>
        </p:spPr>
        <p:txBody>
          <a:bodyPr numCol="1" spcCol="457200" anchor="t"/>
          <a:lstStyle>
            <a:lvl1pPr algn="l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l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4C068D-FB38-4D10-9D49-C99F4EBB63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50001" y="425325"/>
            <a:ext cx="2475746" cy="83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Caption 2">
            <a:extLst>
              <a:ext uri="{FF2B5EF4-FFF2-40B4-BE49-F238E27FC236}">
                <a16:creationId xmlns:a16="http://schemas.microsoft.com/office/drawing/2014/main" id="{8302AF71-BD68-4AD9-B5ED-C53027259F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7353" y="2991380"/>
            <a:ext cx="2467447" cy="312835"/>
          </a:xfrm>
          <a:prstGeom prst="rect">
            <a:avLst/>
          </a:prstGeom>
        </p:spPr>
        <p:txBody>
          <a:bodyPr numCol="1" spcCol="457200" anchor="t"/>
          <a:lstStyle>
            <a:lvl1pPr algn="l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l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751031-64B9-474B-83BC-DE58C4D5ED3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50001" y="2005070"/>
            <a:ext cx="2475746" cy="83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0" name="Caption 3">
            <a:extLst>
              <a:ext uri="{FF2B5EF4-FFF2-40B4-BE49-F238E27FC236}">
                <a16:creationId xmlns:a16="http://schemas.microsoft.com/office/drawing/2014/main" id="{5E7EE4C2-EB07-4B1E-9A72-ECAFD11499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67353" y="4573797"/>
            <a:ext cx="2467447" cy="312835"/>
          </a:xfrm>
          <a:prstGeom prst="rect">
            <a:avLst/>
          </a:prstGeom>
        </p:spPr>
        <p:txBody>
          <a:bodyPr numCol="1" spcCol="457200" anchor="t"/>
          <a:lstStyle>
            <a:lvl1pPr algn="l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l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EEF7226B-D778-47A3-B6D3-1165291573F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50001" y="3587487"/>
            <a:ext cx="2475746" cy="83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4" name="Caption 4">
            <a:extLst>
              <a:ext uri="{FF2B5EF4-FFF2-40B4-BE49-F238E27FC236}">
                <a16:creationId xmlns:a16="http://schemas.microsoft.com/office/drawing/2014/main" id="{498A212B-6A79-49F0-B08F-B81D67A6FA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67353" y="6104867"/>
            <a:ext cx="2467447" cy="312835"/>
          </a:xfrm>
          <a:prstGeom prst="rect">
            <a:avLst/>
          </a:prstGeom>
        </p:spPr>
        <p:txBody>
          <a:bodyPr numCol="1" spcCol="457200" anchor="t"/>
          <a:lstStyle>
            <a:lvl1pPr algn="l">
              <a:spcBef>
                <a:spcPts val="1200"/>
              </a:spcBef>
              <a:spcAft>
                <a:spcPts val="0"/>
              </a:spcAft>
              <a:defRPr sz="800" b="1"/>
            </a:lvl1pPr>
            <a:lvl2pPr marL="0" indent="0" algn="l">
              <a:spcAft>
                <a:spcPts val="600"/>
              </a:spcAft>
              <a:buNone/>
              <a:defRPr sz="800" b="0" i="1"/>
            </a:lvl2pPr>
            <a:lvl3pPr marL="173038" indent="-173038" algn="r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r">
              <a:spcAft>
                <a:spcPts val="600"/>
              </a:spcAft>
              <a:defRPr sz="1100" b="0"/>
            </a:lvl4pPr>
            <a:lvl5pPr marL="0" indent="0" algn="r">
              <a:spcAft>
                <a:spcPts val="600"/>
              </a:spcAft>
              <a:buNone/>
              <a:defRPr sz="1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69C054D1-F104-483E-89EE-6687B3CF214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250001" y="5118557"/>
            <a:ext cx="2475746" cy="83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BodyCopy 1">
            <a:extLst>
              <a:ext uri="{FF2B5EF4-FFF2-40B4-BE49-F238E27FC236}">
                <a16:creationId xmlns:a16="http://schemas.microsoft.com/office/drawing/2014/main" id="{FDD5B390-E14A-40B8-AFC6-A9D6DE9DEE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3199146"/>
            <a:ext cx="8343146" cy="2558717"/>
          </a:xfrm>
          <a:prstGeom prst="rect">
            <a:avLst/>
          </a:prstGeom>
        </p:spPr>
        <p:txBody>
          <a:bodyPr numCol="3" spcCol="457200"/>
          <a:lstStyle>
            <a:lvl1pPr>
              <a:spcBef>
                <a:spcPts val="1200"/>
              </a:spcBef>
              <a:spcAft>
                <a:spcPts val="600"/>
              </a:spcAft>
              <a:defRPr b="1"/>
            </a:lvl1pPr>
            <a:lvl2pPr marL="0" indent="0">
              <a:spcAft>
                <a:spcPts val="600"/>
              </a:spcAft>
              <a:buNone/>
              <a:defRPr sz="1100" b="0"/>
            </a:lvl2pPr>
            <a:lvl3pPr marL="173038" indent="-173038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>
              <a:spcAft>
                <a:spcPts val="600"/>
              </a:spcAft>
              <a:defRPr sz="1100" b="0"/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  <a:lvl6pPr marL="0" indent="0">
              <a:def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lvl="5" indent="0" algn="l" defTabSz="906199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Sixth level</a:t>
            </a:r>
          </a:p>
        </p:txBody>
      </p:sp>
      <p:sp>
        <p:nvSpPr>
          <p:cNvPr id="14" name="Big Idea">
            <a:extLst>
              <a:ext uri="{FF2B5EF4-FFF2-40B4-BE49-F238E27FC236}">
                <a16:creationId xmlns:a16="http://schemas.microsoft.com/office/drawing/2014/main" id="{C4BA041D-9DD0-4410-A58A-1023BF5A47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1088806"/>
            <a:ext cx="8343900" cy="1745812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56152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Special_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ag">
            <a:extLst>
              <a:ext uri="{FF2B5EF4-FFF2-40B4-BE49-F238E27FC236}">
                <a16:creationId xmlns:a16="http://schemas.microsoft.com/office/drawing/2014/main" id="{55150728-4341-4B41-8873-2473ED3134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SECTION TAG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DBA39A55-636A-468D-B611-5A1119D2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8148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B9345FC-55C6-4F36-98AC-3712C9F3E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2507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SD_TotalBlank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PH-SlideNo"/>
          <p:cNvSpPr>
            <a:spLocks noGrp="1"/>
          </p:cNvSpPr>
          <p:nvPr>
            <p:ph type="sldNum" sz="quarter" idx="4"/>
          </p:nvPr>
        </p:nvSpPr>
        <p:spPr>
          <a:xfrm>
            <a:off x="10608148" y="6550977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386D8-C7E1-46E1-A490-3E9FB6970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Base:</a:t>
            </a:r>
            <a:br>
              <a:rPr lang="en-US"/>
            </a:br>
            <a:r>
              <a:rPr lang="en-US"/>
              <a:t>Q:</a:t>
            </a:r>
            <a:br>
              <a:rPr lang="en-US"/>
            </a:br>
            <a:r>
              <a:rPr lang="en-US"/>
              <a:t>Note: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95215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_End Wrapper_w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ag">
            <a:extLst>
              <a:ext uri="{FF2B5EF4-FFF2-40B4-BE49-F238E27FC236}">
                <a16:creationId xmlns:a16="http://schemas.microsoft.com/office/drawing/2014/main" id="{862632C5-CE1F-4714-B8E6-9C62993BDD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lang="en-US" sz="1400" b="1" kern="1200" cap="all" spc="150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buNone/>
              <a:defRPr/>
            </a:lvl2pPr>
          </a:lstStyle>
          <a:p>
            <a:pPr marL="0" lvl="0" indent="0" algn="l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YOUR TEAM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1C266C-1E1F-4D9E-9999-FFAEB268C188}"/>
              </a:ext>
            </a:extLst>
          </p:cNvPr>
          <p:cNvSpPr/>
          <p:nvPr userDrawn="1"/>
        </p:nvSpPr>
        <p:spPr>
          <a:xfrm>
            <a:off x="9258300" y="0"/>
            <a:ext cx="2933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E2CCD4-7BF7-46BE-9910-5AF44A7D26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8968" y="724277"/>
            <a:ext cx="2072365" cy="6144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01A827-110B-43BE-89D9-4D0B77ED619B}"/>
              </a:ext>
            </a:extLst>
          </p:cNvPr>
          <p:cNvSpPr txBox="1"/>
          <p:nvPr userDrawn="1"/>
        </p:nvSpPr>
        <p:spPr>
          <a:xfrm>
            <a:off x="9482051" y="2032131"/>
            <a:ext cx="2486198" cy="38903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Since 1966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we have produced in-depth research focused on the foodservice industry.</a:t>
            </a:r>
          </a:p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provide insights into consumer, industry and menu trends in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U.S., Canada and 23 countries around the world. </a:t>
            </a:r>
          </a:p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Our team of experts helps leaders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industry make complex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business decisions, set strategy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stay ahead of the curve. </a:t>
            </a:r>
          </a:p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CDCD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Have questions? 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CDCD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Reach out to us today.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>
                <a:solidFill>
                  <a:schemeClr val="bg1"/>
                </a:solidFill>
                <a:cs typeface="Tahoma" pitchFamily="34" charset="0"/>
              </a:rPr>
              <a:t>312-876-0004  </a:t>
            </a:r>
            <a:br>
              <a:rPr lang="en-US" sz="1100" b="0" dirty="0">
                <a:solidFill>
                  <a:schemeClr val="bg1"/>
                </a:solidFill>
                <a:cs typeface="Tahoma" pitchFamily="34" charset="0"/>
              </a:rPr>
            </a:br>
            <a:r>
              <a:rPr lang="en-US" sz="1100" b="0" kern="1200" dirty="0">
                <a:solidFill>
                  <a:schemeClr val="bg1"/>
                </a:solidFill>
                <a:latin typeface="+mn-lt"/>
                <a:ea typeface="+mn-ea"/>
                <a:cs typeface="Tahoma" pitchFamily="34" charset="0"/>
              </a:rPr>
              <a:t>info@technomic.com  </a:t>
            </a:r>
            <a:br>
              <a:rPr lang="en-US" sz="1100" b="0" dirty="0">
                <a:solidFill>
                  <a:schemeClr val="bg1"/>
                </a:solidFill>
                <a:cs typeface="Tahoma" pitchFamily="34" charset="0"/>
              </a:rPr>
            </a:br>
            <a:r>
              <a:rPr lang="en-US" sz="1100" b="0" dirty="0">
                <a:solidFill>
                  <a:schemeClr val="bg1"/>
                </a:solidFill>
                <a:cs typeface="Tahoma" pitchFamily="34" charset="0"/>
              </a:rPr>
              <a:t>technomic.com</a:t>
            </a:r>
          </a:p>
        </p:txBody>
      </p:sp>
      <p:sp>
        <p:nvSpPr>
          <p:cNvPr id="19" name="BodyCopy 3">
            <a:extLst>
              <a:ext uri="{FF2B5EF4-FFF2-40B4-BE49-F238E27FC236}">
                <a16:creationId xmlns:a16="http://schemas.microsoft.com/office/drawing/2014/main" id="{15D5F424-E280-434A-996D-8EC78B9615A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6464" y="5423746"/>
            <a:ext cx="2476500" cy="68928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0"/>
              </a:spcAft>
              <a:defRPr sz="1100" b="1"/>
            </a:lvl1pPr>
            <a:lvl2pPr marL="0" indent="0" algn="l">
              <a:spcAft>
                <a:spcPts val="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BodyCopy 2">
            <a:extLst>
              <a:ext uri="{FF2B5EF4-FFF2-40B4-BE49-F238E27FC236}">
                <a16:creationId xmlns:a16="http://schemas.microsoft.com/office/drawing/2014/main" id="{57C13517-8966-4C51-96D5-05DA2D1225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90523" y="5423746"/>
            <a:ext cx="2476500" cy="68928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0"/>
              </a:spcAft>
              <a:defRPr sz="1100" b="1"/>
            </a:lvl1pPr>
            <a:lvl2pPr marL="0" indent="0" algn="l">
              <a:spcAft>
                <a:spcPts val="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BodyCopy 1">
            <a:extLst>
              <a:ext uri="{FF2B5EF4-FFF2-40B4-BE49-F238E27FC236}">
                <a16:creationId xmlns:a16="http://schemas.microsoft.com/office/drawing/2014/main" id="{03F71CBA-A69F-4061-BA9C-49B6457BEF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34287" y="5432734"/>
            <a:ext cx="2476500" cy="689282"/>
          </a:xfrm>
          <a:prstGeom prst="rect">
            <a:avLst/>
          </a:prstGeom>
        </p:spPr>
        <p:txBody>
          <a:bodyPr numCol="1" spcCol="457200"/>
          <a:lstStyle>
            <a:lvl1pPr algn="l">
              <a:spcBef>
                <a:spcPts val="1200"/>
              </a:spcBef>
              <a:spcAft>
                <a:spcPts val="0"/>
              </a:spcAft>
              <a:defRPr sz="1100" b="1"/>
            </a:lvl1pPr>
            <a:lvl2pPr marL="0" indent="0" algn="l">
              <a:spcAft>
                <a:spcPts val="0"/>
              </a:spcAft>
              <a:buNone/>
              <a:defRPr sz="1100" b="0"/>
            </a:lvl2pPr>
            <a:lvl3pPr marL="173038" indent="-173038" algn="l"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●"/>
              <a:defRPr sz="1100" b="0"/>
            </a:lvl3pPr>
            <a:lvl4pPr marL="396875" indent="-223838" algn="l">
              <a:spcAft>
                <a:spcPts val="600"/>
              </a:spcAft>
              <a:defRPr sz="1100" b="0"/>
            </a:lvl4pPr>
            <a:lvl5pPr marL="0" indent="0" algn="l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Big Idea">
            <a:extLst>
              <a:ext uri="{FF2B5EF4-FFF2-40B4-BE49-F238E27FC236}">
                <a16:creationId xmlns:a16="http://schemas.microsoft.com/office/drawing/2014/main" id="{923BF7BF-B2B1-450B-92EE-9614806DDF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29395"/>
            <a:ext cx="8343900" cy="2314666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2000"/>
              </a:spcAft>
              <a:defRPr lang="en-US" sz="4400" b="1" kern="1200" spc="-15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2BEAE68-1F61-462E-8471-2A8304306CB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200" y="4043498"/>
            <a:ext cx="2476500" cy="123444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DAB29E9F-EBBC-40EE-B1D5-E727F92D9F0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90181" y="4043498"/>
            <a:ext cx="2476500" cy="123444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BE6113B-0DD3-456B-815D-1B7C70D4E75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314536" y="4043498"/>
            <a:ext cx="2476500" cy="1234440"/>
          </a:xfrm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6469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—Pri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ection Tag">
            <a:extLst>
              <a:ext uri="{FF2B5EF4-FFF2-40B4-BE49-F238E27FC236}">
                <a16:creationId xmlns:a16="http://schemas.microsoft.com/office/drawing/2014/main" id="{92449049-2C6C-46A6-8F6C-E1CC2A901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25325"/>
            <a:ext cx="8343146" cy="298952"/>
          </a:xfrm>
          <a:prstGeom prst="rect">
            <a:avLst/>
          </a:prstGeom>
        </p:spPr>
        <p:txBody>
          <a:bodyPr/>
          <a:lstStyle>
            <a:lvl1pPr>
              <a:defRPr sz="1400" b="1" cap="all" spc="150" baseline="0">
                <a:solidFill>
                  <a:schemeClr val="bg2">
                    <a:lumMod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SECTION TAG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D6EC0F8-1B95-4D14-A63C-4417B8D04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8343146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  <p:sp>
        <p:nvSpPr>
          <p:cNvPr id="3" name="Contents">
            <a:extLst>
              <a:ext uri="{FF2B5EF4-FFF2-40B4-BE49-F238E27FC236}">
                <a16:creationId xmlns:a16="http://schemas.microsoft.com/office/drawing/2014/main" id="{68FEFE21-C87F-438E-9813-00B6F2CB11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0075" y="425324"/>
            <a:ext cx="2476500" cy="5371627"/>
          </a:xfrm>
          <a:prstGeom prst="rect">
            <a:avLst/>
          </a:prstGeom>
        </p:spPr>
        <p:txBody>
          <a:bodyPr/>
          <a:lstStyle>
            <a:lvl1pPr>
              <a:defRPr lang="en-US" sz="1000" kern="1200" cap="all" spc="150" baseline="0" dirty="0" smtClean="0">
                <a:solidFill>
                  <a:schemeClr val="bg2">
                    <a:lumMod val="50000"/>
                  </a:schemeClr>
                </a:solidFill>
                <a:latin typeface="+mn-lt"/>
                <a:ea typeface="Georgia" charset="0"/>
                <a:cs typeface="Georgia" charset="0"/>
              </a:defRPr>
            </a:lvl1pPr>
            <a:lvl2pPr marL="0" indent="0">
              <a:spcBef>
                <a:spcPts val="1200"/>
              </a:spcBef>
              <a:spcAft>
                <a:spcPts val="600"/>
              </a:spcAft>
              <a:buNone/>
              <a:defRPr sz="1100" b="1"/>
            </a:lvl2pPr>
            <a:lvl3pPr marL="0" indent="0">
              <a:spcAft>
                <a:spcPts val="600"/>
              </a:spcAft>
              <a:buNone/>
              <a:defRPr sz="1100"/>
            </a:lvl3pPr>
            <a:lvl4pPr marL="0" indent="0">
              <a:spcAft>
                <a:spcPts val="600"/>
              </a:spcAft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4pPr>
            <a:lvl5pPr marL="0" indent="0">
              <a:spcAft>
                <a:spcPts val="600"/>
              </a:spcAft>
              <a:buNone/>
              <a:defRPr sz="1100" i="1">
                <a:solidFill>
                  <a:schemeClr val="accent1"/>
                </a:solidFill>
              </a:defRPr>
            </a:lvl5pPr>
          </a:lstStyle>
          <a:p>
            <a:pPr marL="0" lvl="0" indent="0" algn="l" defTabSz="906199" rtl="0" eaLnBrk="1" latinLnBrk="0" hangingPunct="1">
              <a:spcBef>
                <a:spcPts val="1200"/>
              </a:spcBef>
              <a:spcAft>
                <a:spcPts val="600"/>
              </a:spcAft>
              <a:buClrTx/>
              <a:buFont typeface="Calibri" panose="020F050202020403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PH-SlideNo">
            <a:extLst>
              <a:ext uri="{FF2B5EF4-FFF2-40B4-BE49-F238E27FC236}">
                <a16:creationId xmlns:a16="http://schemas.microsoft.com/office/drawing/2014/main" id="{7F5977A2-CC34-476A-B535-658CD3928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1670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16" name="Table 1">
            <a:extLst>
              <a:ext uri="{FF2B5EF4-FFF2-40B4-BE49-F238E27FC236}">
                <a16:creationId xmlns:a16="http://schemas.microsoft.com/office/drawing/2014/main" id="{D0ACE8F3-5B46-4EA4-80B7-1626EF37CC07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57200" y="951358"/>
            <a:ext cx="8343146" cy="484559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DateProject">
            <a:extLst>
              <a:ext uri="{FF2B5EF4-FFF2-40B4-BE49-F238E27FC236}">
                <a16:creationId xmlns:a16="http://schemas.microsoft.com/office/drawing/2014/main" id="{3AEFF298-5B8C-4110-8D17-25537BC9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90074" y="6023777"/>
            <a:ext cx="2476500" cy="227230"/>
          </a:xfrm>
          <a:prstGeom prst="rect">
            <a:avLst/>
          </a:prstGeom>
        </p:spPr>
        <p:txBody>
          <a:bodyPr/>
          <a:lstStyle>
            <a:lvl1pPr algn="l">
              <a:defRPr sz="800"/>
            </a:lvl1pPr>
            <a:lvl2pPr algn="ctr">
              <a:defRPr sz="800"/>
            </a:lvl2pPr>
            <a:lvl3pPr algn="ctr">
              <a:defRPr sz="800"/>
            </a:lvl3pPr>
            <a:lvl4pPr algn="ctr">
              <a:defRPr sz="800"/>
            </a:lvl4pPr>
            <a:lvl5pPr algn="ctr">
              <a:defRPr sz="800"/>
            </a:lvl5pPr>
          </a:lstStyle>
          <a:p>
            <a:pPr lvl="0"/>
            <a:r>
              <a:rPr lang="en-US" dirty="0"/>
              <a:t>DATE  |  PROJECT </a:t>
            </a:r>
          </a:p>
        </p:txBody>
      </p:sp>
    </p:spTree>
    <p:extLst>
      <p:ext uri="{BB962C8B-B14F-4D97-AF65-F5344CB8AC3E}">
        <p14:creationId xmlns:p14="http://schemas.microsoft.com/office/powerpoint/2010/main" val="37303386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GNITE_Title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hartDesign">
            <a:extLst>
              <a:ext uri="{FF2B5EF4-FFF2-40B4-BE49-F238E27FC236}">
                <a16:creationId xmlns:a16="http://schemas.microsoft.com/office/drawing/2014/main" id="{26ECBD9C-8420-4069-B65E-1E81756EB128}"/>
              </a:ext>
            </a:extLst>
          </p:cNvPr>
          <p:cNvGrpSpPr/>
          <p:nvPr userDrawn="1"/>
        </p:nvGrpSpPr>
        <p:grpSpPr>
          <a:xfrm>
            <a:off x="1471943" y="311776"/>
            <a:ext cx="11203312" cy="6546225"/>
            <a:chOff x="852617" y="-57324"/>
            <a:chExt cx="11834995" cy="69153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6FD1442-00D0-4BEA-92DF-87B11AB2F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879" y="-57324"/>
              <a:ext cx="9024733" cy="6907236"/>
            </a:xfrm>
            <a:custGeom>
              <a:avLst/>
              <a:gdLst>
                <a:gd name="T0" fmla="*/ 1503 w 2778"/>
                <a:gd name="T1" fmla="*/ 0 h 1821"/>
                <a:gd name="T2" fmla="*/ 543 w 2778"/>
                <a:gd name="T3" fmla="*/ 1129 h 1821"/>
                <a:gd name="T4" fmla="*/ 1321 w 2778"/>
                <a:gd name="T5" fmla="*/ 1821 h 1821"/>
                <a:gd name="T6" fmla="*/ 0 w 2778"/>
                <a:gd name="T7" fmla="*/ 1821 h 1821"/>
                <a:gd name="T8" fmla="*/ 0 w 2778"/>
                <a:gd name="T9" fmla="*/ 1821 h 1821"/>
                <a:gd name="T10" fmla="*/ 2778 w 2778"/>
                <a:gd name="T11" fmla="*/ 1821 h 1821"/>
                <a:gd name="T12" fmla="*/ 2778 w 2778"/>
                <a:gd name="T13" fmla="*/ 1821 h 1821"/>
                <a:gd name="T14" fmla="*/ 1503 w 2778"/>
                <a:gd name="T15" fmla="*/ 1821 h 1821"/>
                <a:gd name="T16" fmla="*/ 2187 w 2778"/>
                <a:gd name="T17" fmla="*/ 850 h 1821"/>
                <a:gd name="T18" fmla="*/ 1503 w 2778"/>
                <a:gd name="T19" fmla="*/ 0 h 1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78" h="1821">
                  <a:moveTo>
                    <a:pt x="1503" y="0"/>
                  </a:moveTo>
                  <a:cubicBezTo>
                    <a:pt x="974" y="0"/>
                    <a:pt x="752" y="614"/>
                    <a:pt x="543" y="1129"/>
                  </a:cubicBezTo>
                  <a:cubicBezTo>
                    <a:pt x="736" y="1441"/>
                    <a:pt x="918" y="1821"/>
                    <a:pt x="1321" y="1821"/>
                  </a:cubicBezTo>
                  <a:cubicBezTo>
                    <a:pt x="0" y="1821"/>
                    <a:pt x="0" y="1821"/>
                    <a:pt x="0" y="1821"/>
                  </a:cubicBezTo>
                  <a:cubicBezTo>
                    <a:pt x="0" y="1821"/>
                    <a:pt x="0" y="1821"/>
                    <a:pt x="0" y="1821"/>
                  </a:cubicBezTo>
                  <a:cubicBezTo>
                    <a:pt x="2778" y="1821"/>
                    <a:pt x="2778" y="1821"/>
                    <a:pt x="2778" y="1821"/>
                  </a:cubicBezTo>
                  <a:cubicBezTo>
                    <a:pt x="2778" y="1821"/>
                    <a:pt x="2778" y="1821"/>
                    <a:pt x="2778" y="1821"/>
                  </a:cubicBezTo>
                  <a:cubicBezTo>
                    <a:pt x="1503" y="1821"/>
                    <a:pt x="1503" y="1821"/>
                    <a:pt x="1503" y="1821"/>
                  </a:cubicBezTo>
                  <a:cubicBezTo>
                    <a:pt x="1814" y="1821"/>
                    <a:pt x="1955" y="1227"/>
                    <a:pt x="2187" y="850"/>
                  </a:cubicBezTo>
                  <a:cubicBezTo>
                    <a:pt x="2032" y="415"/>
                    <a:pt x="1851" y="0"/>
                    <a:pt x="1503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8DAE750-E687-4CD2-B43C-00010D617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617" y="2703414"/>
              <a:ext cx="4573610" cy="4154587"/>
            </a:xfrm>
            <a:custGeom>
              <a:avLst/>
              <a:gdLst>
                <a:gd name="T0" fmla="*/ 42 w 1408"/>
                <a:gd name="T1" fmla="*/ 1093 h 1095"/>
                <a:gd name="T2" fmla="*/ 0 w 1408"/>
                <a:gd name="T3" fmla="*/ 1093 h 1095"/>
                <a:gd name="T4" fmla="*/ 21 w 1408"/>
                <a:gd name="T5" fmla="*/ 1095 h 1095"/>
                <a:gd name="T6" fmla="*/ 42 w 1408"/>
                <a:gd name="T7" fmla="*/ 1093 h 1095"/>
                <a:gd name="T8" fmla="*/ 911 w 1408"/>
                <a:gd name="T9" fmla="*/ 0 h 1095"/>
                <a:gd name="T10" fmla="*/ 42 w 1408"/>
                <a:gd name="T11" fmla="*/ 1093 h 1095"/>
                <a:gd name="T12" fmla="*/ 865 w 1408"/>
                <a:gd name="T13" fmla="*/ 1093 h 1095"/>
                <a:gd name="T14" fmla="*/ 1408 w 1408"/>
                <a:gd name="T15" fmla="*/ 401 h 1095"/>
                <a:gd name="T16" fmla="*/ 911 w 1408"/>
                <a:gd name="T17" fmla="*/ 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8" h="1095">
                  <a:moveTo>
                    <a:pt x="42" y="1093"/>
                  </a:moveTo>
                  <a:cubicBezTo>
                    <a:pt x="0" y="1093"/>
                    <a:pt x="0" y="1093"/>
                    <a:pt x="0" y="1093"/>
                  </a:cubicBezTo>
                  <a:cubicBezTo>
                    <a:pt x="7" y="1094"/>
                    <a:pt x="14" y="1095"/>
                    <a:pt x="21" y="1095"/>
                  </a:cubicBezTo>
                  <a:cubicBezTo>
                    <a:pt x="28" y="1095"/>
                    <a:pt x="35" y="1094"/>
                    <a:pt x="42" y="1093"/>
                  </a:cubicBezTo>
                  <a:moveTo>
                    <a:pt x="911" y="0"/>
                  </a:moveTo>
                  <a:cubicBezTo>
                    <a:pt x="386" y="0"/>
                    <a:pt x="365" y="1051"/>
                    <a:pt x="42" y="1093"/>
                  </a:cubicBezTo>
                  <a:cubicBezTo>
                    <a:pt x="865" y="1093"/>
                    <a:pt x="865" y="1093"/>
                    <a:pt x="865" y="1093"/>
                  </a:cubicBezTo>
                  <a:cubicBezTo>
                    <a:pt x="1113" y="1093"/>
                    <a:pt x="1258" y="773"/>
                    <a:pt x="1408" y="401"/>
                  </a:cubicBezTo>
                  <a:cubicBezTo>
                    <a:pt x="1274" y="184"/>
                    <a:pt x="1135" y="0"/>
                    <a:pt x="911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D45BB6F-5549-45C3-8CA4-77A5BDB4F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879" y="4199327"/>
              <a:ext cx="4291660" cy="2650585"/>
            </a:xfrm>
            <a:custGeom>
              <a:avLst/>
              <a:gdLst>
                <a:gd name="T0" fmla="*/ 543 w 1321"/>
                <a:gd name="T1" fmla="*/ 0 h 692"/>
                <a:gd name="T2" fmla="*/ 0 w 1321"/>
                <a:gd name="T3" fmla="*/ 692 h 692"/>
                <a:gd name="T4" fmla="*/ 1321 w 1321"/>
                <a:gd name="T5" fmla="*/ 692 h 692"/>
                <a:gd name="T6" fmla="*/ 543 w 1321"/>
                <a:gd name="T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1" h="692">
                  <a:moveTo>
                    <a:pt x="543" y="0"/>
                  </a:moveTo>
                  <a:cubicBezTo>
                    <a:pt x="393" y="372"/>
                    <a:pt x="248" y="692"/>
                    <a:pt x="0" y="692"/>
                  </a:cubicBezTo>
                  <a:cubicBezTo>
                    <a:pt x="1321" y="692"/>
                    <a:pt x="1321" y="692"/>
                    <a:pt x="1321" y="692"/>
                  </a:cubicBezTo>
                  <a:cubicBezTo>
                    <a:pt x="918" y="692"/>
                    <a:pt x="736" y="312"/>
                    <a:pt x="543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9C88EB-6CAB-4C2C-942F-037E206D1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424" y="2013229"/>
              <a:ext cx="1422576" cy="4621000"/>
            </a:xfrm>
            <a:custGeom>
              <a:avLst/>
              <a:gdLst>
                <a:gd name="connsiteX0" fmla="*/ 1328161 w 1422576"/>
                <a:gd name="connsiteY0" fmla="*/ 0 h 4621000"/>
                <a:gd name="connsiteX1" fmla="*/ 1422576 w 1422576"/>
                <a:gd name="connsiteY1" fmla="*/ 11482 h 4621000"/>
                <a:gd name="connsiteX2" fmla="*/ 1422576 w 1422576"/>
                <a:gd name="connsiteY2" fmla="*/ 4608352 h 4621000"/>
                <a:gd name="connsiteX3" fmla="*/ 1409344 w 1422576"/>
                <a:gd name="connsiteY3" fmla="*/ 4621000 h 4621000"/>
                <a:gd name="connsiteX4" fmla="*/ 0 w 1422576"/>
                <a:gd name="connsiteY4" fmla="*/ 1153353 h 4621000"/>
                <a:gd name="connsiteX5" fmla="*/ 1328161 w 1422576"/>
                <a:gd name="connsiteY5" fmla="*/ 0 h 462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2576" h="4621000">
                  <a:moveTo>
                    <a:pt x="1328161" y="0"/>
                  </a:moveTo>
                  <a:lnTo>
                    <a:pt x="1422576" y="11482"/>
                  </a:lnTo>
                  <a:lnTo>
                    <a:pt x="1422576" y="4608352"/>
                  </a:lnTo>
                  <a:lnTo>
                    <a:pt x="1409344" y="4621000"/>
                  </a:lnTo>
                  <a:cubicBezTo>
                    <a:pt x="808587" y="4078469"/>
                    <a:pt x="438391" y="2587457"/>
                    <a:pt x="0" y="1153353"/>
                  </a:cubicBezTo>
                  <a:cubicBezTo>
                    <a:pt x="350712" y="485623"/>
                    <a:pt x="763124" y="0"/>
                    <a:pt x="1328161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2908924-A338-46E2-B9EF-F4D809CEF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6173" y="3167131"/>
              <a:ext cx="4141439" cy="3682781"/>
            </a:xfrm>
            <a:custGeom>
              <a:avLst/>
              <a:gdLst>
                <a:gd name="T0" fmla="*/ 684 w 1275"/>
                <a:gd name="T1" fmla="*/ 0 h 971"/>
                <a:gd name="T2" fmla="*/ 0 w 1275"/>
                <a:gd name="T3" fmla="*/ 971 h 971"/>
                <a:gd name="T4" fmla="*/ 1275 w 1275"/>
                <a:gd name="T5" fmla="*/ 971 h 971"/>
                <a:gd name="T6" fmla="*/ 1275 w 1275"/>
                <a:gd name="T7" fmla="*/ 971 h 971"/>
                <a:gd name="T8" fmla="*/ 956 w 1275"/>
                <a:gd name="T9" fmla="*/ 971 h 971"/>
                <a:gd name="T10" fmla="*/ 1118 w 1275"/>
                <a:gd name="T11" fmla="*/ 914 h 971"/>
                <a:gd name="T12" fmla="*/ 684 w 1275"/>
                <a:gd name="T13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75" h="971">
                  <a:moveTo>
                    <a:pt x="684" y="0"/>
                  </a:moveTo>
                  <a:cubicBezTo>
                    <a:pt x="452" y="377"/>
                    <a:pt x="311" y="971"/>
                    <a:pt x="0" y="971"/>
                  </a:cubicBezTo>
                  <a:cubicBezTo>
                    <a:pt x="1275" y="971"/>
                    <a:pt x="1275" y="971"/>
                    <a:pt x="1275" y="971"/>
                  </a:cubicBezTo>
                  <a:cubicBezTo>
                    <a:pt x="1275" y="971"/>
                    <a:pt x="1275" y="971"/>
                    <a:pt x="1275" y="971"/>
                  </a:cubicBezTo>
                  <a:cubicBezTo>
                    <a:pt x="1079" y="971"/>
                    <a:pt x="956" y="971"/>
                    <a:pt x="956" y="971"/>
                  </a:cubicBezTo>
                  <a:cubicBezTo>
                    <a:pt x="1015" y="971"/>
                    <a:pt x="1068" y="951"/>
                    <a:pt x="1118" y="914"/>
                  </a:cubicBezTo>
                  <a:cubicBezTo>
                    <a:pt x="933" y="771"/>
                    <a:pt x="819" y="378"/>
                    <a:pt x="684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  <a:alpha val="4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4C869A3-6ABB-46A7-8E0E-7ABC96F82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254" y="6634229"/>
              <a:ext cx="539747" cy="215683"/>
            </a:xfrm>
            <a:custGeom>
              <a:avLst/>
              <a:gdLst>
                <a:gd name="connsiteX0" fmla="*/ 525794 w 539747"/>
                <a:gd name="connsiteY0" fmla="*/ 0 h 215683"/>
                <a:gd name="connsiteX1" fmla="*/ 539747 w 539747"/>
                <a:gd name="connsiteY1" fmla="*/ 11016 h 215683"/>
                <a:gd name="connsiteX2" fmla="*/ 539747 w 539747"/>
                <a:gd name="connsiteY2" fmla="*/ 215683 h 215683"/>
                <a:gd name="connsiteX3" fmla="*/ 428209 w 539747"/>
                <a:gd name="connsiteY3" fmla="*/ 215683 h 215683"/>
                <a:gd name="connsiteX4" fmla="*/ 0 w 539747"/>
                <a:gd name="connsiteY4" fmla="*/ 215683 h 215683"/>
                <a:gd name="connsiteX5" fmla="*/ 525794 w 539747"/>
                <a:gd name="connsiteY5" fmla="*/ 0 h 21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747" h="215683">
                  <a:moveTo>
                    <a:pt x="525794" y="0"/>
                  </a:moveTo>
                  <a:lnTo>
                    <a:pt x="539747" y="11016"/>
                  </a:lnTo>
                  <a:lnTo>
                    <a:pt x="539747" y="215683"/>
                  </a:lnTo>
                  <a:lnTo>
                    <a:pt x="428209" y="215683"/>
                  </a:lnTo>
                  <a:cubicBezTo>
                    <a:pt x="155943" y="215683"/>
                    <a:pt x="0" y="215683"/>
                    <a:pt x="0" y="215683"/>
                  </a:cubicBezTo>
                  <a:cubicBezTo>
                    <a:pt x="191493" y="215683"/>
                    <a:pt x="363512" y="140005"/>
                    <a:pt x="525794" y="0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07C37-16C9-4DA8-A740-C76FD109EBD5}"/>
              </a:ext>
            </a:extLst>
          </p:cNvPr>
          <p:cNvSpPr/>
          <p:nvPr userDrawn="1"/>
        </p:nvSpPr>
        <p:spPr>
          <a:xfrm>
            <a:off x="9266223" y="0"/>
            <a:ext cx="292577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4B9E2A2-277F-4E99-9E71-57AF987E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2967"/>
            <a:ext cx="8343900" cy="1665514"/>
          </a:xfrm>
        </p:spPr>
        <p:txBody>
          <a:bodyPr anchor="b"/>
          <a:lstStyle>
            <a:lvl1pPr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10F781E-2F1E-4D26-B646-76E815D701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76929"/>
            <a:ext cx="8343900" cy="84943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C9461-D2D8-4BD3-8A42-AE19D1C8BF12}"/>
              </a:ext>
            </a:extLst>
          </p:cNvPr>
          <p:cNvSpPr/>
          <p:nvPr userDrawn="1"/>
        </p:nvSpPr>
        <p:spPr>
          <a:xfrm>
            <a:off x="466577" y="6032624"/>
            <a:ext cx="540082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800" b="0" i="0" dirty="0">
                <a:solidFill>
                  <a:schemeClr val="bg1"/>
                </a:solidFill>
                <a:effectLst/>
                <a:latin typeface="+mj-lt"/>
                <a:ea typeface="Georgia" charset="0"/>
                <a:cs typeface="Georgia" charset="0"/>
              </a:rPr>
              <a:t>This report is authorized for use solely by the parties noted in the written contract. No part of the publication </a:t>
            </a:r>
            <a:br>
              <a:rPr lang="en-US" sz="800" b="0" i="0" dirty="0">
                <a:solidFill>
                  <a:schemeClr val="bg1"/>
                </a:solidFill>
                <a:effectLst/>
                <a:latin typeface="+mj-lt"/>
                <a:ea typeface="Georgia" charset="0"/>
                <a:cs typeface="Georgia" charset="0"/>
              </a:rPr>
            </a:br>
            <a:r>
              <a:rPr lang="en-US" sz="800" b="0" i="0" dirty="0">
                <a:solidFill>
                  <a:schemeClr val="bg1"/>
                </a:solidFill>
                <a:effectLst/>
                <a:latin typeface="+mj-lt"/>
                <a:ea typeface="Georgia" charset="0"/>
                <a:cs typeface="Georgia" charset="0"/>
              </a:rPr>
              <a:t>may be reprinted, redistributed or put into an electronic or information retrieval system without the prior permission </a:t>
            </a:r>
            <a:br>
              <a:rPr lang="en-US" sz="800" b="0" i="0" dirty="0">
                <a:solidFill>
                  <a:schemeClr val="bg1"/>
                </a:solidFill>
                <a:effectLst/>
                <a:latin typeface="+mj-lt"/>
                <a:ea typeface="Georgia" charset="0"/>
                <a:cs typeface="Georgia" charset="0"/>
              </a:rPr>
            </a:br>
            <a:r>
              <a:rPr lang="en-US" sz="800" b="0" i="0" dirty="0">
                <a:solidFill>
                  <a:schemeClr val="bg1"/>
                </a:solidFill>
                <a:effectLst/>
                <a:latin typeface="+mj-lt"/>
                <a:ea typeface="Georgia" charset="0"/>
                <a:cs typeface="Georgia" charset="0"/>
              </a:rPr>
              <a:t>of Technomic, Inc.</a:t>
            </a:r>
            <a:endParaRPr lang="en-US" sz="800" dirty="0">
              <a:solidFill>
                <a:schemeClr val="bg1"/>
              </a:solidFill>
              <a:latin typeface="+mj-lt"/>
              <a:ea typeface="Georgia" charset="0"/>
              <a:cs typeface="Georgia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64561-9EEE-4206-ADE1-C02F56C33747}"/>
              </a:ext>
            </a:extLst>
          </p:cNvPr>
          <p:cNvSpPr txBox="1"/>
          <p:nvPr userDrawn="1"/>
        </p:nvSpPr>
        <p:spPr>
          <a:xfrm>
            <a:off x="9490861" y="4707919"/>
            <a:ext cx="2476500" cy="1380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0" algn="ctr" defTabSz="906199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Calibri" panose="020F0502020204030204" pitchFamily="34" charset="0"/>
              <a:buNone/>
            </a:pPr>
            <a:r>
              <a:rPr lang="en-US" sz="1000" kern="1200" spc="150" baseline="0" dirty="0">
                <a:solidFill>
                  <a:schemeClr val="tx1"/>
                </a:solidFill>
                <a:latin typeface="+mn-lt"/>
              </a:rPr>
              <a:t>PREPARED FOR</a:t>
            </a:r>
          </a:p>
        </p:txBody>
      </p:sp>
      <p:sp>
        <p:nvSpPr>
          <p:cNvPr id="22" name="Contents">
            <a:extLst>
              <a:ext uri="{FF2B5EF4-FFF2-40B4-BE49-F238E27FC236}">
                <a16:creationId xmlns:a16="http://schemas.microsoft.com/office/drawing/2014/main" id="{6DD5B993-5BF8-4C8F-A204-8FA7FBB432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0075" y="428510"/>
            <a:ext cx="2476500" cy="4089515"/>
          </a:xfrm>
          <a:prstGeom prst="rect">
            <a:avLst/>
          </a:prstGeom>
        </p:spPr>
        <p:txBody>
          <a:bodyPr/>
          <a:lstStyle>
            <a:lvl1pPr>
              <a:defRPr sz="1000" cap="all" spc="150" baseline="0"/>
            </a:lvl1pPr>
            <a:lvl2pPr marL="0" indent="0">
              <a:spcBef>
                <a:spcPts val="600"/>
              </a:spcBef>
              <a:spcAft>
                <a:spcPts val="300"/>
              </a:spcAft>
              <a:buNone/>
              <a:defRPr sz="1100" b="1"/>
            </a:lvl2pPr>
            <a:lvl3pPr marL="0" indent="0">
              <a:spcAft>
                <a:spcPts val="300"/>
              </a:spcAft>
              <a:buNone/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480F8B-07D9-4964-934B-7C11825F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43467" r="12188" b="38479"/>
          <a:stretch/>
        </p:blipFill>
        <p:spPr>
          <a:xfrm>
            <a:off x="310368" y="419100"/>
            <a:ext cx="3566161" cy="65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PH-Text"/>
          <p:cNvSpPr>
            <a:spLocks noGrp="1"/>
          </p:cNvSpPr>
          <p:nvPr>
            <p:ph type="body" idx="1"/>
          </p:nvPr>
        </p:nvSpPr>
        <p:spPr>
          <a:xfrm>
            <a:off x="466253" y="4209861"/>
            <a:ext cx="2467447" cy="16396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3"/>
            <a:ext cx="8343900" cy="2314666"/>
          </a:xfrm>
          <a:prstGeom prst="rect">
            <a:avLst/>
          </a:prstGeom>
        </p:spPr>
        <p:txBody>
          <a:bodyPr vert="horz" lIns="0" tIns="64008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PH-SlideNo"/>
          <p:cNvSpPr>
            <a:spLocks noGrp="1"/>
          </p:cNvSpPr>
          <p:nvPr>
            <p:ph type="sldNum" sz="quarter" idx="4"/>
          </p:nvPr>
        </p:nvSpPr>
        <p:spPr>
          <a:xfrm>
            <a:off x="10611670" y="6550981"/>
            <a:ext cx="1117599" cy="230823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spcBef>
                <a:spcPts val="0"/>
              </a:spcBef>
              <a:defRPr sz="800" b="1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defTabSz="856716"/>
            <a:fld id="{7B6B1C32-E567-445C-9FD5-2A0B0A08DD29}" type="slidenum">
              <a:rPr lang="en-US" smtClean="0"/>
              <a:pPr defTabSz="856716"/>
              <a:t>‹#›</a:t>
            </a:fld>
            <a:endParaRPr lang="en-US" dirty="0"/>
          </a:p>
        </p:txBody>
      </p:sp>
      <p:sp>
        <p:nvSpPr>
          <p:cNvPr id="6" name="Footer Placeholder 5"/>
          <p:cNvSpPr txBox="1">
            <a:spLocks/>
          </p:cNvSpPr>
          <p:nvPr userDrawn="1"/>
        </p:nvSpPr>
        <p:spPr>
          <a:xfrm>
            <a:off x="475306" y="6563146"/>
            <a:ext cx="3912000" cy="218657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56716">
              <a:spcBef>
                <a:spcPts val="0"/>
              </a:spcBef>
              <a:defRPr/>
            </a:pPr>
            <a:r>
              <a:rPr lang="en-US" sz="9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© 2021 Technomic, Inc.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023777"/>
            <a:ext cx="11277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spcBef>
                <a:spcPts val="0"/>
              </a:spcBef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Base:</a:t>
            </a:r>
            <a:br>
              <a:rPr lang="en-US" dirty="0"/>
            </a:br>
            <a:r>
              <a:rPr lang="en-US" dirty="0"/>
              <a:t>Q:</a:t>
            </a:r>
            <a:br>
              <a:rPr lang="en-US" dirty="0"/>
            </a:br>
            <a:r>
              <a:rPr lang="en-US" dirty="0"/>
              <a:t>Note:</a:t>
            </a:r>
          </a:p>
        </p:txBody>
      </p:sp>
    </p:spTree>
    <p:custDataLst>
      <p:tags r:id="rId44"/>
    </p:custDataLst>
    <p:extLst>
      <p:ext uri="{BB962C8B-B14F-4D97-AF65-F5344CB8AC3E}">
        <p14:creationId xmlns:p14="http://schemas.microsoft.com/office/powerpoint/2010/main" val="20460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703" r:id="rId3"/>
    <p:sldLayoutId id="2147483711" r:id="rId4"/>
    <p:sldLayoutId id="2147483680" r:id="rId5"/>
    <p:sldLayoutId id="2147483681" r:id="rId6"/>
    <p:sldLayoutId id="2147483714" r:id="rId7"/>
    <p:sldLayoutId id="2147483701" r:id="rId8"/>
    <p:sldLayoutId id="2147483688" r:id="rId9"/>
    <p:sldLayoutId id="2147483689" r:id="rId10"/>
    <p:sldLayoutId id="2147483682" r:id="rId11"/>
    <p:sldLayoutId id="2147483691" r:id="rId12"/>
    <p:sldLayoutId id="2147483723" r:id="rId13"/>
    <p:sldLayoutId id="2147483712" r:id="rId14"/>
    <p:sldLayoutId id="2147483709" r:id="rId15"/>
    <p:sldLayoutId id="2147483690" r:id="rId16"/>
    <p:sldLayoutId id="2147483683" r:id="rId17"/>
    <p:sldLayoutId id="2147483716" r:id="rId18"/>
    <p:sldLayoutId id="2147483684" r:id="rId19"/>
    <p:sldLayoutId id="2147483706" r:id="rId20"/>
    <p:sldLayoutId id="2147483685" r:id="rId21"/>
    <p:sldLayoutId id="2147483708" r:id="rId22"/>
    <p:sldLayoutId id="2147483720" r:id="rId23"/>
    <p:sldLayoutId id="2147483692" r:id="rId24"/>
    <p:sldLayoutId id="2147483687" r:id="rId25"/>
    <p:sldLayoutId id="2147483704" r:id="rId26"/>
    <p:sldLayoutId id="2147483686" r:id="rId27"/>
    <p:sldLayoutId id="2147483715" r:id="rId28"/>
    <p:sldLayoutId id="2147483713" r:id="rId29"/>
    <p:sldLayoutId id="2147483722" r:id="rId30"/>
    <p:sldLayoutId id="2147483705" r:id="rId31"/>
    <p:sldLayoutId id="2147483702" r:id="rId32"/>
    <p:sldLayoutId id="2147483721" r:id="rId33"/>
    <p:sldLayoutId id="2147483700" r:id="rId34"/>
    <p:sldLayoutId id="2147483693" r:id="rId35"/>
    <p:sldLayoutId id="2147483694" r:id="rId36"/>
    <p:sldLayoutId id="2147483710" r:id="rId37"/>
    <p:sldLayoutId id="2147483695" r:id="rId38"/>
    <p:sldLayoutId id="2147483698" r:id="rId39"/>
    <p:sldLayoutId id="2147483719" r:id="rId40"/>
    <p:sldLayoutId id="2147483717" r:id="rId41"/>
    <p:sldLayoutId id="2147483718" r:id="rId42"/>
  </p:sldLayoutIdLst>
  <p:hf hdr="0" dt="0"/>
  <p:txStyles>
    <p:titleStyle>
      <a:lvl1pPr algn="l" defTabSz="906199" rtl="0" eaLnBrk="1" latinLnBrk="0" hangingPunct="1">
        <a:lnSpc>
          <a:spcPct val="70000"/>
        </a:lnSpc>
        <a:spcBef>
          <a:spcPts val="0"/>
        </a:spcBef>
        <a:buNone/>
        <a:tabLst>
          <a:tab pos="214313" algn="l"/>
        </a:tabLst>
        <a:defRPr sz="4400" b="1" kern="1200" spc="-15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06199" rtl="0" eaLnBrk="1" latinLnBrk="0" hangingPunct="1">
        <a:spcBef>
          <a:spcPts val="0"/>
        </a:spcBef>
        <a:spcAft>
          <a:spcPts val="800"/>
        </a:spcAft>
        <a:buClrTx/>
        <a:buFont typeface="Calibri" panose="020F0502020204030204" pitchFamily="34" charset="0"/>
        <a:buNone/>
        <a:defRPr sz="1400" kern="1200" spc="0" baseline="0">
          <a:solidFill>
            <a:schemeClr val="tx1"/>
          </a:solidFill>
          <a:latin typeface="+mn-lt"/>
          <a:ea typeface="Georgia" charset="0"/>
          <a:cs typeface="Georgia" charset="0"/>
        </a:defRPr>
      </a:lvl1pPr>
      <a:lvl2pPr marL="171450" indent="-171450" algn="l" defTabSz="906199" rtl="0" eaLnBrk="1" latinLnBrk="0" hangingPunct="1">
        <a:spcBef>
          <a:spcPts val="0"/>
        </a:spcBef>
        <a:spcAft>
          <a:spcPts val="400"/>
        </a:spcAft>
        <a:buClr>
          <a:schemeClr val="bg2">
            <a:lumMod val="50000"/>
          </a:schemeClr>
        </a:buClr>
        <a:buFont typeface="Helvetica" charset="0"/>
        <a:buChar char="●"/>
        <a:tabLst/>
        <a:defRPr sz="1400" kern="1200" spc="0" baseline="0">
          <a:solidFill>
            <a:schemeClr val="tx1"/>
          </a:solidFill>
          <a:latin typeface="+mn-lt"/>
          <a:ea typeface="Georgia" charset="0"/>
          <a:cs typeface="Georgia" charset="0"/>
        </a:defRPr>
      </a:lvl2pPr>
      <a:lvl3pPr marL="344488" indent="-173038" algn="l" defTabSz="906199" rtl="0" eaLnBrk="1" latinLnBrk="0" hangingPunct="1">
        <a:spcBef>
          <a:spcPts val="0"/>
        </a:spcBef>
        <a:spcAft>
          <a:spcPts val="400"/>
        </a:spcAft>
        <a:buClrTx/>
        <a:buFont typeface="AppleSymbols" charset="0"/>
        <a:buChar char="⎯"/>
        <a:tabLst/>
        <a:defRPr sz="1400" kern="1200" spc="0" baseline="0">
          <a:solidFill>
            <a:schemeClr val="tx1"/>
          </a:solidFill>
          <a:latin typeface="+mn-lt"/>
          <a:ea typeface="Georgia" charset="0"/>
          <a:cs typeface="Georgia" charset="0"/>
        </a:defRPr>
      </a:lvl3pPr>
      <a:lvl4pPr marL="569913" indent="-225425" algn="l" defTabSz="906199" rtl="0" eaLnBrk="1" latinLnBrk="0" hangingPunct="1">
        <a:spcBef>
          <a:spcPts val="0"/>
        </a:spcBef>
        <a:spcAft>
          <a:spcPts val="400"/>
        </a:spcAft>
        <a:buClrTx/>
        <a:buFont typeface="Calibri" panose="020F0502020204030204" pitchFamily="34" charset="0"/>
        <a:buChar char="‒"/>
        <a:tabLst/>
        <a:defRPr sz="1400" kern="1200" spc="0" baseline="0">
          <a:solidFill>
            <a:schemeClr val="tx1"/>
          </a:solidFill>
          <a:latin typeface="+mn-lt"/>
          <a:ea typeface="Georgia" charset="0"/>
          <a:cs typeface="Georgia" charset="0"/>
        </a:defRPr>
      </a:lvl4pPr>
      <a:lvl5pPr marL="796925" indent="-227013" algn="l" defTabSz="906199" rtl="0" eaLnBrk="1" latinLnBrk="0" hangingPunct="1">
        <a:spcBef>
          <a:spcPts val="0"/>
        </a:spcBef>
        <a:spcAft>
          <a:spcPts val="400"/>
        </a:spcAft>
        <a:buClrTx/>
        <a:buFont typeface="Calibri" panose="020F0502020204030204" pitchFamily="34" charset="0"/>
        <a:buChar char="‒"/>
        <a:tabLst/>
        <a:defRPr sz="1400" kern="1200" spc="0" baseline="0">
          <a:solidFill>
            <a:schemeClr val="tx1"/>
          </a:solidFill>
          <a:latin typeface="+mn-lt"/>
          <a:ea typeface="Georgia" charset="0"/>
          <a:cs typeface="Georgia" charset="0"/>
        </a:defRPr>
      </a:lvl5pPr>
      <a:lvl6pPr marL="1027113" indent="-241300" algn="l" defTabSz="9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58888" indent="-236538" algn="l" defTabSz="9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398246" indent="-226550" algn="l" defTabSz="9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8pPr>
      <a:lvl9pPr marL="3851346" indent="-226550" algn="l" defTabSz="9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1pPr>
      <a:lvl2pPr marL="453099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2pPr>
      <a:lvl3pPr marL="906199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3pPr>
      <a:lvl4pPr marL="1359298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4pPr>
      <a:lvl5pPr marL="1812398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5pPr>
      <a:lvl6pPr marL="2265498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6pPr>
      <a:lvl7pPr marL="2718597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7pPr>
      <a:lvl8pPr marL="3171697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8pPr>
      <a:lvl9pPr marL="3624796" algn="l" defTabSz="906199" rtl="0" eaLnBrk="1" latinLnBrk="0" hangingPunct="1">
        <a:defRPr sz="17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000000"/>
          </p15:clr>
        </p15:guide>
        <p15:guide id="2" pos="288" userDrawn="1">
          <p15:clr>
            <a:srgbClr val="000000"/>
          </p15:clr>
        </p15:guide>
        <p15:guide id="3" pos="7392" userDrawn="1">
          <p15:clr>
            <a:srgbClr val="000000"/>
          </p15:clr>
        </p15:guide>
        <p15:guide id="4" orient="horz" pos="4032" userDrawn="1">
          <p15:clr>
            <a:srgbClr val="000000"/>
          </p15:clr>
        </p15:guide>
        <p15:guide id="5" pos="1848" userDrawn="1">
          <p15:clr>
            <a:srgbClr val="F26B43"/>
          </p15:clr>
        </p15:guide>
        <p15:guide id="6" pos="2136" userDrawn="1">
          <p15:clr>
            <a:srgbClr val="F26B43"/>
          </p15:clr>
        </p15:guide>
        <p15:guide id="7" pos="3696" userDrawn="1">
          <p15:clr>
            <a:srgbClr val="F26B43"/>
          </p15:clr>
        </p15:guide>
        <p15:guide id="8" pos="3984" userDrawn="1">
          <p15:clr>
            <a:srgbClr val="F26B43"/>
          </p15:clr>
        </p15:guide>
        <p15:guide id="9" pos="5832" userDrawn="1">
          <p15:clr>
            <a:srgbClr val="F26B43"/>
          </p15:clr>
        </p15:guide>
        <p15:guide id="10" pos="5544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0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Corporate Report Template 05-2014">
  <a:themeElements>
    <a:clrScheme name="Technomic 2020">
      <a:dk1>
        <a:srgbClr val="424242"/>
      </a:dk1>
      <a:lt1>
        <a:srgbClr val="F9F7F5"/>
      </a:lt1>
      <a:dk2>
        <a:srgbClr val="BEBFB7"/>
      </a:dk2>
      <a:lt2>
        <a:srgbClr val="E8E1DA"/>
      </a:lt2>
      <a:accent1>
        <a:srgbClr val="269DCF"/>
      </a:accent1>
      <a:accent2>
        <a:srgbClr val="EC5654"/>
      </a:accent2>
      <a:accent3>
        <a:srgbClr val="83CCA4"/>
      </a:accent3>
      <a:accent4>
        <a:srgbClr val="EC7C25"/>
      </a:accent4>
      <a:accent5>
        <a:srgbClr val="F1CE02"/>
      </a:accent5>
      <a:accent6>
        <a:srgbClr val="A377B6"/>
      </a:accent6>
      <a:hlink>
        <a:srgbClr val="269ECD"/>
      </a:hlink>
      <a:folHlink>
        <a:srgbClr val="165C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noAutofit/>
      </a:bodyPr>
      <a:lstStyle>
        <a:defPPr algn="ctr">
          <a:defRPr sz="1400" b="1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rporate template 2014">
      <a:dk1>
        <a:srgbClr val="000000"/>
      </a:dk1>
      <a:lt1>
        <a:srgbClr val="FFFFFF"/>
      </a:lt1>
      <a:dk2>
        <a:srgbClr val="595959"/>
      </a:dk2>
      <a:lt2>
        <a:srgbClr val="BFBEC1"/>
      </a:lt2>
      <a:accent1>
        <a:srgbClr val="67AF22"/>
      </a:accent1>
      <a:accent2>
        <a:srgbClr val="0084C8"/>
      </a:accent2>
      <a:accent3>
        <a:srgbClr val="DD4A28"/>
      </a:accent3>
      <a:accent4>
        <a:srgbClr val="FBB03B"/>
      </a:accent4>
      <a:accent5>
        <a:srgbClr val="AC59A5"/>
      </a:accent5>
      <a:accent6>
        <a:srgbClr val="04A09C"/>
      </a:accent6>
      <a:hlink>
        <a:srgbClr val="0084C8"/>
      </a:hlink>
      <a:folHlink>
        <a:srgbClr val="0084C8"/>
      </a:folHlink>
    </a:clrScheme>
    <a:fontScheme name="Custom 23">
      <a:majorFont>
        <a:latin typeface="Rockwel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rporate template 2014">
      <a:dk1>
        <a:srgbClr val="000000"/>
      </a:dk1>
      <a:lt1>
        <a:srgbClr val="FFFFFF"/>
      </a:lt1>
      <a:dk2>
        <a:srgbClr val="595959"/>
      </a:dk2>
      <a:lt2>
        <a:srgbClr val="BFBEC1"/>
      </a:lt2>
      <a:accent1>
        <a:srgbClr val="67AF22"/>
      </a:accent1>
      <a:accent2>
        <a:srgbClr val="0084C8"/>
      </a:accent2>
      <a:accent3>
        <a:srgbClr val="DD4A28"/>
      </a:accent3>
      <a:accent4>
        <a:srgbClr val="FBB03B"/>
      </a:accent4>
      <a:accent5>
        <a:srgbClr val="AC59A5"/>
      </a:accent5>
      <a:accent6>
        <a:srgbClr val="04A09C"/>
      </a:accent6>
      <a:hlink>
        <a:srgbClr val="0084C8"/>
      </a:hlink>
      <a:folHlink>
        <a:srgbClr val="0084C8"/>
      </a:folHlink>
    </a:clrScheme>
    <a:fontScheme name="Custom 23">
      <a:majorFont>
        <a:latin typeface="Rockwel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AppleSymbols</vt:lpstr>
      <vt:lpstr>Arial</vt:lpstr>
      <vt:lpstr>Calibri</vt:lpstr>
      <vt:lpstr>Helvetica</vt:lpstr>
      <vt:lpstr>1_Corporate Report Template 05-2014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Technomic</dc:subject>
  <dc:creator>Marisela Rios</dc:creator>
  <cp:lastModifiedBy>Eric Martin</cp:lastModifiedBy>
  <cp:revision>424</cp:revision>
  <cp:lastPrinted>2017-02-24T19:48:09Z</cp:lastPrinted>
  <dcterms:created xsi:type="dcterms:W3CDTF">2014-06-24T14:01:10Z</dcterms:created>
  <dcterms:modified xsi:type="dcterms:W3CDTF">2021-01-06T18:05:50Z</dcterms:modified>
  <cp:category>Technomic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90A24BCC-CDED-42DB-9482-33D7D07BC502</vt:lpwstr>
  </property>
  <property fmtid="{D5CDD505-2E9C-101B-9397-08002B2CF9AE}" pid="3" name="ArticulatePath">
    <vt:lpwstr>report_template_draft3</vt:lpwstr>
  </property>
</Properties>
</file>